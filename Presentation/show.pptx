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82" r:id="rId7"/>
    <p:sldId id="283" r:id="rId8"/>
    <p:sldId id="264" r:id="rId9"/>
    <p:sldId id="272" r:id="rId10"/>
    <p:sldId id="280" r:id="rId11"/>
    <p:sldId id="281" r:id="rId12"/>
    <p:sldId id="284" r:id="rId13"/>
    <p:sldId id="285" r:id="rId14"/>
    <p:sldId id="266" r:id="rId15"/>
    <p:sldId id="268" r:id="rId16"/>
    <p:sldId id="277" r:id="rId17"/>
    <p:sldId id="286" r:id="rId18"/>
    <p:sldId id="279" r:id="rId19"/>
  </p:sldIdLst>
  <p:sldSz cx="18288000" cy="10287000"/>
  <p:notesSz cx="6858000" cy="9144000"/>
  <p:embeddedFontLst>
    <p:embeddedFont>
      <p:font typeface="Vazir Bold" panose="020B0604020202020204" charset="-78"/>
      <p:regular r:id="rId20"/>
    </p:embeddedFont>
    <p:embeddedFont>
      <p:font typeface="Vazir Medium" panose="020B0604020202020204" charset="-78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5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3741" autoAdjust="0"/>
  </p:normalViewPr>
  <p:slideViewPr>
    <p:cSldViewPr>
      <p:cViewPr>
        <p:scale>
          <a:sx n="50" d="100"/>
          <a:sy n="50" d="100"/>
        </p:scale>
        <p:origin x="412" y="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-27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A7C1B3-8DA4-4319-B163-A1DA8825952F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ar-SA"/>
        </a:p>
      </dgm:t>
    </dgm:pt>
    <dgm:pt modelId="{383D1DFB-AAA9-4AAC-9BD0-711766839062}">
      <dgm:prSet phldrT="[نص]"/>
      <dgm:spPr>
        <a:solidFill>
          <a:schemeClr val="tx2"/>
        </a:solidFill>
      </dgm:spPr>
      <dgm:t>
        <a:bodyPr/>
        <a:lstStyle/>
        <a:p>
          <a:pPr rtl="1"/>
          <a:r>
            <a:rPr lang="ar-SA" dirty="0"/>
            <a:t>وحدة التحكم الرئيسية</a:t>
          </a:r>
        </a:p>
      </dgm:t>
    </dgm:pt>
    <dgm:pt modelId="{C2C66FF7-C312-4A45-9196-1B898FE89DEC}" type="parTrans" cxnId="{E71D3713-B515-445B-A1EC-83C83E2E25F0}">
      <dgm:prSet/>
      <dgm:spPr/>
      <dgm:t>
        <a:bodyPr/>
        <a:lstStyle/>
        <a:p>
          <a:pPr rtl="1"/>
          <a:endParaRPr lang="ar-SA"/>
        </a:p>
      </dgm:t>
    </dgm:pt>
    <dgm:pt modelId="{9374307F-A26D-42DD-A34A-B3FFA1722047}" type="sibTrans" cxnId="{E71D3713-B515-445B-A1EC-83C83E2E25F0}">
      <dgm:prSet/>
      <dgm:spPr/>
      <dgm:t>
        <a:bodyPr/>
        <a:lstStyle/>
        <a:p>
          <a:pPr rtl="1"/>
          <a:endParaRPr lang="ar-SA"/>
        </a:p>
      </dgm:t>
    </dgm:pt>
    <dgm:pt modelId="{76D5658A-24EB-402D-99FF-47316FD7F0E9}">
      <dgm:prSet phldrT="[نص]"/>
      <dgm:spPr>
        <a:solidFill>
          <a:schemeClr val="tx2"/>
        </a:solidFill>
      </dgm:spPr>
      <dgm:t>
        <a:bodyPr/>
        <a:lstStyle/>
        <a:p>
          <a:pPr rtl="1"/>
          <a:r>
            <a:rPr lang="ar-SA" dirty="0"/>
            <a:t>وحدة الاتصال</a:t>
          </a:r>
        </a:p>
      </dgm:t>
    </dgm:pt>
    <dgm:pt modelId="{9FFF8659-A6D2-40E7-9F1F-34C6D055793F}" type="parTrans" cxnId="{D9C529E2-0C4A-458B-AEB9-1117D16B2E89}">
      <dgm:prSet/>
      <dgm:spPr/>
      <dgm:t>
        <a:bodyPr/>
        <a:lstStyle/>
        <a:p>
          <a:pPr rtl="1"/>
          <a:endParaRPr lang="ar-SA"/>
        </a:p>
      </dgm:t>
    </dgm:pt>
    <dgm:pt modelId="{4AB540DD-CBC8-4B94-899E-2EF960C03240}" type="sibTrans" cxnId="{D9C529E2-0C4A-458B-AEB9-1117D16B2E89}">
      <dgm:prSet/>
      <dgm:spPr/>
      <dgm:t>
        <a:bodyPr/>
        <a:lstStyle/>
        <a:p>
          <a:pPr rtl="1"/>
          <a:endParaRPr lang="ar-SA"/>
        </a:p>
      </dgm:t>
    </dgm:pt>
    <dgm:pt modelId="{1E771516-0E6F-4875-9BAC-E3AB4A94C581}">
      <dgm:prSet phldrT="[نص]"/>
      <dgm:spPr>
        <a:solidFill>
          <a:schemeClr val="tx2"/>
        </a:solidFill>
      </dgm:spPr>
      <dgm:t>
        <a:bodyPr/>
        <a:lstStyle/>
        <a:p>
          <a:pPr rtl="1"/>
          <a:r>
            <a:rPr lang="ar-SA" dirty="0"/>
            <a:t>الحساسات</a:t>
          </a:r>
        </a:p>
      </dgm:t>
    </dgm:pt>
    <dgm:pt modelId="{2DFA0023-B0CF-4422-B8DB-3B3B000E8907}" type="parTrans" cxnId="{C9EB4D8F-FAB6-490C-B846-02F256D5A5B2}">
      <dgm:prSet/>
      <dgm:spPr/>
      <dgm:t>
        <a:bodyPr/>
        <a:lstStyle/>
        <a:p>
          <a:pPr rtl="1"/>
          <a:endParaRPr lang="ar-SA"/>
        </a:p>
      </dgm:t>
    </dgm:pt>
    <dgm:pt modelId="{49B16DF2-E59F-4C2D-B77C-4E4BB9171B49}" type="sibTrans" cxnId="{C9EB4D8F-FAB6-490C-B846-02F256D5A5B2}">
      <dgm:prSet/>
      <dgm:spPr/>
      <dgm:t>
        <a:bodyPr/>
        <a:lstStyle/>
        <a:p>
          <a:pPr rtl="1"/>
          <a:endParaRPr lang="ar-SA"/>
        </a:p>
      </dgm:t>
    </dgm:pt>
    <dgm:pt modelId="{D400E3E2-0F83-4548-BCA7-1651CC5894CD}">
      <dgm:prSet phldrT="[نص]"/>
      <dgm:spPr>
        <a:solidFill>
          <a:schemeClr val="tx2"/>
        </a:solidFill>
      </dgm:spPr>
      <dgm:t>
        <a:bodyPr/>
        <a:lstStyle/>
        <a:p>
          <a:pPr rtl="1">
            <a:buNone/>
          </a:pPr>
          <a:r>
            <a:rPr lang="ar-SA" dirty="0"/>
            <a:t>وحدات الإخراج</a:t>
          </a:r>
        </a:p>
      </dgm:t>
    </dgm:pt>
    <dgm:pt modelId="{5E1000BB-9D05-491C-8784-0FF4228466C0}" type="parTrans" cxnId="{7D1ED17A-69E8-45B1-9A82-355E453D600E}">
      <dgm:prSet/>
      <dgm:spPr/>
      <dgm:t>
        <a:bodyPr/>
        <a:lstStyle/>
        <a:p>
          <a:pPr rtl="1"/>
          <a:endParaRPr lang="ar-SA"/>
        </a:p>
      </dgm:t>
    </dgm:pt>
    <dgm:pt modelId="{BF0B40DE-3F71-4B8F-885B-5985C6C4E95B}" type="sibTrans" cxnId="{7D1ED17A-69E8-45B1-9A82-355E453D600E}">
      <dgm:prSet/>
      <dgm:spPr/>
      <dgm:t>
        <a:bodyPr/>
        <a:lstStyle/>
        <a:p>
          <a:pPr rtl="1"/>
          <a:endParaRPr lang="ar-SA"/>
        </a:p>
      </dgm:t>
    </dgm:pt>
    <dgm:pt modelId="{4885C57E-0834-4E1F-93E6-5E8BEDA27D94}">
      <dgm:prSet phldrT="[نص]"/>
      <dgm:spPr>
        <a:solidFill>
          <a:schemeClr val="tx2"/>
        </a:solidFill>
      </dgm:spPr>
      <dgm:t>
        <a:bodyPr/>
        <a:lstStyle/>
        <a:p>
          <a:pPr rtl="1"/>
          <a:r>
            <a:rPr lang="ar-SA" dirty="0"/>
            <a:t>أدوات اخرى</a:t>
          </a:r>
        </a:p>
      </dgm:t>
    </dgm:pt>
    <dgm:pt modelId="{7996C9D3-D7C7-4349-B205-8BEE29F6B309}" type="parTrans" cxnId="{ECF62C05-64E1-4F50-81A9-D2A5371E4A69}">
      <dgm:prSet/>
      <dgm:spPr/>
      <dgm:t>
        <a:bodyPr/>
        <a:lstStyle/>
        <a:p>
          <a:pPr rtl="1"/>
          <a:endParaRPr lang="ar-SA"/>
        </a:p>
      </dgm:t>
    </dgm:pt>
    <dgm:pt modelId="{782FA0B2-414A-4A28-8F38-585AD25208E8}" type="sibTrans" cxnId="{ECF62C05-64E1-4F50-81A9-D2A5371E4A69}">
      <dgm:prSet/>
      <dgm:spPr/>
      <dgm:t>
        <a:bodyPr/>
        <a:lstStyle/>
        <a:p>
          <a:pPr rtl="1"/>
          <a:endParaRPr lang="ar-SA"/>
        </a:p>
      </dgm:t>
    </dgm:pt>
    <dgm:pt modelId="{3E5EEE01-52D2-44FE-B947-E58376CB3F20}">
      <dgm:prSet phldrT="[نص]"/>
      <dgm:spPr>
        <a:solidFill>
          <a:schemeClr val="tx2"/>
        </a:solidFill>
      </dgm:spPr>
      <dgm:t>
        <a:bodyPr/>
        <a:lstStyle/>
        <a:p>
          <a:pPr rtl="1"/>
          <a:r>
            <a:rPr lang="ar-SA" dirty="0"/>
            <a:t>نظام الدخول </a:t>
          </a:r>
        </a:p>
      </dgm:t>
    </dgm:pt>
    <dgm:pt modelId="{9C63089D-7236-414D-92A0-C2F969630CB1}" type="parTrans" cxnId="{AB5C8641-3799-4E6F-939F-3ED2C36DCC7C}">
      <dgm:prSet/>
      <dgm:spPr/>
      <dgm:t>
        <a:bodyPr/>
        <a:lstStyle/>
        <a:p>
          <a:pPr rtl="1"/>
          <a:endParaRPr lang="ar-SA"/>
        </a:p>
      </dgm:t>
    </dgm:pt>
    <dgm:pt modelId="{975E394B-5746-4B49-B391-AA2FE541068C}" type="sibTrans" cxnId="{AB5C8641-3799-4E6F-939F-3ED2C36DCC7C}">
      <dgm:prSet/>
      <dgm:spPr/>
      <dgm:t>
        <a:bodyPr/>
        <a:lstStyle/>
        <a:p>
          <a:pPr rtl="1"/>
          <a:endParaRPr lang="ar-SA"/>
        </a:p>
      </dgm:t>
    </dgm:pt>
    <dgm:pt modelId="{3D48FC65-1608-4F28-A6D0-3ACAB2410A75}" type="pres">
      <dgm:prSet presAssocID="{CEA7C1B3-8DA4-4319-B163-A1DA8825952F}" presName="cycle" presStyleCnt="0">
        <dgm:presLayoutVars>
          <dgm:dir/>
          <dgm:resizeHandles val="exact"/>
        </dgm:presLayoutVars>
      </dgm:prSet>
      <dgm:spPr/>
    </dgm:pt>
    <dgm:pt modelId="{90D53B68-A04F-4F3F-84BA-0F5D40D18388}" type="pres">
      <dgm:prSet presAssocID="{383D1DFB-AAA9-4AAC-9BD0-711766839062}" presName="node" presStyleLbl="node1" presStyleIdx="0" presStyleCnt="6" custRadScaleRad="96252">
        <dgm:presLayoutVars>
          <dgm:bulletEnabled val="1"/>
        </dgm:presLayoutVars>
      </dgm:prSet>
      <dgm:spPr/>
    </dgm:pt>
    <dgm:pt modelId="{641526EA-B31D-4252-A298-FF80AAF90F2C}" type="pres">
      <dgm:prSet presAssocID="{383D1DFB-AAA9-4AAC-9BD0-711766839062}" presName="spNode" presStyleCnt="0"/>
      <dgm:spPr/>
    </dgm:pt>
    <dgm:pt modelId="{3462FF91-7524-4357-8344-A074B3B31988}" type="pres">
      <dgm:prSet presAssocID="{9374307F-A26D-42DD-A34A-B3FFA1722047}" presName="sibTrans" presStyleLbl="sibTrans1D1" presStyleIdx="0" presStyleCnt="6"/>
      <dgm:spPr/>
    </dgm:pt>
    <dgm:pt modelId="{81D7AA6D-9091-4518-B526-9069666DAE8E}" type="pres">
      <dgm:prSet presAssocID="{76D5658A-24EB-402D-99FF-47316FD7F0E9}" presName="node" presStyleLbl="node1" presStyleIdx="1" presStyleCnt="6">
        <dgm:presLayoutVars>
          <dgm:bulletEnabled val="1"/>
        </dgm:presLayoutVars>
      </dgm:prSet>
      <dgm:spPr/>
    </dgm:pt>
    <dgm:pt modelId="{6D63ABFF-CBD5-4F0A-9445-EBF51D9060EC}" type="pres">
      <dgm:prSet presAssocID="{76D5658A-24EB-402D-99FF-47316FD7F0E9}" presName="spNode" presStyleCnt="0"/>
      <dgm:spPr/>
    </dgm:pt>
    <dgm:pt modelId="{834E53D7-19F0-4396-B2A1-DB1D8B10CA3D}" type="pres">
      <dgm:prSet presAssocID="{4AB540DD-CBC8-4B94-899E-2EF960C03240}" presName="sibTrans" presStyleLbl="sibTrans1D1" presStyleIdx="1" presStyleCnt="6"/>
      <dgm:spPr/>
    </dgm:pt>
    <dgm:pt modelId="{6A7445EA-2F3C-402C-A7FB-D8B3AA69E9AD}" type="pres">
      <dgm:prSet presAssocID="{1E771516-0E6F-4875-9BAC-E3AB4A94C581}" presName="node" presStyleLbl="node1" presStyleIdx="2" presStyleCnt="6" custScaleX="93998">
        <dgm:presLayoutVars>
          <dgm:bulletEnabled val="1"/>
        </dgm:presLayoutVars>
      </dgm:prSet>
      <dgm:spPr/>
    </dgm:pt>
    <dgm:pt modelId="{5BB93A95-4316-48EF-AB05-6F3B16CE0515}" type="pres">
      <dgm:prSet presAssocID="{1E771516-0E6F-4875-9BAC-E3AB4A94C581}" presName="spNode" presStyleCnt="0"/>
      <dgm:spPr/>
    </dgm:pt>
    <dgm:pt modelId="{3CA02145-157C-4DA0-A257-9B5FC2FEE5C3}" type="pres">
      <dgm:prSet presAssocID="{49B16DF2-E59F-4C2D-B77C-4E4BB9171B49}" presName="sibTrans" presStyleLbl="sibTrans1D1" presStyleIdx="2" presStyleCnt="6"/>
      <dgm:spPr/>
    </dgm:pt>
    <dgm:pt modelId="{10646623-CCEB-4B9B-8B38-636B6B2F8B72}" type="pres">
      <dgm:prSet presAssocID="{D400E3E2-0F83-4548-BCA7-1651CC5894CD}" presName="node" presStyleLbl="node1" presStyleIdx="3" presStyleCnt="6">
        <dgm:presLayoutVars>
          <dgm:bulletEnabled val="1"/>
        </dgm:presLayoutVars>
      </dgm:prSet>
      <dgm:spPr/>
    </dgm:pt>
    <dgm:pt modelId="{F4AAB76A-C79C-4A9C-A4AC-EB3CD065B48D}" type="pres">
      <dgm:prSet presAssocID="{D400E3E2-0F83-4548-BCA7-1651CC5894CD}" presName="spNode" presStyleCnt="0"/>
      <dgm:spPr/>
    </dgm:pt>
    <dgm:pt modelId="{1634C049-D899-4863-ADC2-06F6700576CE}" type="pres">
      <dgm:prSet presAssocID="{BF0B40DE-3F71-4B8F-885B-5985C6C4E95B}" presName="sibTrans" presStyleLbl="sibTrans1D1" presStyleIdx="3" presStyleCnt="6"/>
      <dgm:spPr/>
    </dgm:pt>
    <dgm:pt modelId="{13E1DC18-E675-4508-8C1E-C9D86058BD4E}" type="pres">
      <dgm:prSet presAssocID="{4885C57E-0834-4E1F-93E6-5E8BEDA27D94}" presName="node" presStyleLbl="node1" presStyleIdx="4" presStyleCnt="6">
        <dgm:presLayoutVars>
          <dgm:bulletEnabled val="1"/>
        </dgm:presLayoutVars>
      </dgm:prSet>
      <dgm:spPr/>
    </dgm:pt>
    <dgm:pt modelId="{E3796B6A-3129-40F9-9736-1A2217A91B2D}" type="pres">
      <dgm:prSet presAssocID="{4885C57E-0834-4E1F-93E6-5E8BEDA27D94}" presName="spNode" presStyleCnt="0"/>
      <dgm:spPr/>
    </dgm:pt>
    <dgm:pt modelId="{E04C3DAA-562C-490B-B38B-BC7AF8713E75}" type="pres">
      <dgm:prSet presAssocID="{782FA0B2-414A-4A28-8F38-585AD25208E8}" presName="sibTrans" presStyleLbl="sibTrans1D1" presStyleIdx="4" presStyleCnt="6"/>
      <dgm:spPr/>
    </dgm:pt>
    <dgm:pt modelId="{288C2DE9-CD82-4539-BC06-5B66FB55628B}" type="pres">
      <dgm:prSet presAssocID="{3E5EEE01-52D2-44FE-B947-E58376CB3F20}" presName="node" presStyleLbl="node1" presStyleIdx="5" presStyleCnt="6">
        <dgm:presLayoutVars>
          <dgm:bulletEnabled val="1"/>
        </dgm:presLayoutVars>
      </dgm:prSet>
      <dgm:spPr/>
    </dgm:pt>
    <dgm:pt modelId="{4F3B4270-FBDA-4F59-8443-55C7ED2EC6DF}" type="pres">
      <dgm:prSet presAssocID="{3E5EEE01-52D2-44FE-B947-E58376CB3F20}" presName="spNode" presStyleCnt="0"/>
      <dgm:spPr/>
    </dgm:pt>
    <dgm:pt modelId="{241B4604-4377-4DEC-AA98-2D81D91F4049}" type="pres">
      <dgm:prSet presAssocID="{975E394B-5746-4B49-B391-AA2FE541068C}" presName="sibTrans" presStyleLbl="sibTrans1D1" presStyleIdx="5" presStyleCnt="6"/>
      <dgm:spPr/>
    </dgm:pt>
  </dgm:ptLst>
  <dgm:cxnLst>
    <dgm:cxn modelId="{EA375D02-739E-4101-85D7-F6ABEC7BD98D}" type="presOf" srcId="{975E394B-5746-4B49-B391-AA2FE541068C}" destId="{241B4604-4377-4DEC-AA98-2D81D91F4049}" srcOrd="0" destOrd="0" presId="urn:microsoft.com/office/officeart/2005/8/layout/cycle6"/>
    <dgm:cxn modelId="{ECF62C05-64E1-4F50-81A9-D2A5371E4A69}" srcId="{CEA7C1B3-8DA4-4319-B163-A1DA8825952F}" destId="{4885C57E-0834-4E1F-93E6-5E8BEDA27D94}" srcOrd="4" destOrd="0" parTransId="{7996C9D3-D7C7-4349-B205-8BEE29F6B309}" sibTransId="{782FA0B2-414A-4A28-8F38-585AD25208E8}"/>
    <dgm:cxn modelId="{03930206-AF70-4F9A-ACDA-EBA23FF6D1CD}" type="presOf" srcId="{782FA0B2-414A-4A28-8F38-585AD25208E8}" destId="{E04C3DAA-562C-490B-B38B-BC7AF8713E75}" srcOrd="0" destOrd="0" presId="urn:microsoft.com/office/officeart/2005/8/layout/cycle6"/>
    <dgm:cxn modelId="{E71D3713-B515-445B-A1EC-83C83E2E25F0}" srcId="{CEA7C1B3-8DA4-4319-B163-A1DA8825952F}" destId="{383D1DFB-AAA9-4AAC-9BD0-711766839062}" srcOrd="0" destOrd="0" parTransId="{C2C66FF7-C312-4A45-9196-1B898FE89DEC}" sibTransId="{9374307F-A26D-42DD-A34A-B3FFA1722047}"/>
    <dgm:cxn modelId="{3B20B314-9EA5-4F02-A90D-1803CA08D5C2}" type="presOf" srcId="{3E5EEE01-52D2-44FE-B947-E58376CB3F20}" destId="{288C2DE9-CD82-4539-BC06-5B66FB55628B}" srcOrd="0" destOrd="0" presId="urn:microsoft.com/office/officeart/2005/8/layout/cycle6"/>
    <dgm:cxn modelId="{2A446135-0DB9-4106-835C-CEFE2F8EC59F}" type="presOf" srcId="{49B16DF2-E59F-4C2D-B77C-4E4BB9171B49}" destId="{3CA02145-157C-4DA0-A257-9B5FC2FEE5C3}" srcOrd="0" destOrd="0" presId="urn:microsoft.com/office/officeart/2005/8/layout/cycle6"/>
    <dgm:cxn modelId="{72DA3B3D-2681-4046-A77C-E58BDF51B017}" type="presOf" srcId="{1E771516-0E6F-4875-9BAC-E3AB4A94C581}" destId="{6A7445EA-2F3C-402C-A7FB-D8B3AA69E9AD}" srcOrd="0" destOrd="0" presId="urn:microsoft.com/office/officeart/2005/8/layout/cycle6"/>
    <dgm:cxn modelId="{AB5C8641-3799-4E6F-939F-3ED2C36DCC7C}" srcId="{CEA7C1B3-8DA4-4319-B163-A1DA8825952F}" destId="{3E5EEE01-52D2-44FE-B947-E58376CB3F20}" srcOrd="5" destOrd="0" parTransId="{9C63089D-7236-414D-92A0-C2F969630CB1}" sibTransId="{975E394B-5746-4B49-B391-AA2FE541068C}"/>
    <dgm:cxn modelId="{5E033F42-FC8A-480A-81F7-CDC06BE2D0AA}" type="presOf" srcId="{BF0B40DE-3F71-4B8F-885B-5985C6C4E95B}" destId="{1634C049-D899-4863-ADC2-06F6700576CE}" srcOrd="0" destOrd="0" presId="urn:microsoft.com/office/officeart/2005/8/layout/cycle6"/>
    <dgm:cxn modelId="{97B3F44B-8E1F-42C7-89CA-8D61DFAF7BC1}" type="presOf" srcId="{76D5658A-24EB-402D-99FF-47316FD7F0E9}" destId="{81D7AA6D-9091-4518-B526-9069666DAE8E}" srcOrd="0" destOrd="0" presId="urn:microsoft.com/office/officeart/2005/8/layout/cycle6"/>
    <dgm:cxn modelId="{7D1ED17A-69E8-45B1-9A82-355E453D600E}" srcId="{CEA7C1B3-8DA4-4319-B163-A1DA8825952F}" destId="{D400E3E2-0F83-4548-BCA7-1651CC5894CD}" srcOrd="3" destOrd="0" parTransId="{5E1000BB-9D05-491C-8784-0FF4228466C0}" sibTransId="{BF0B40DE-3F71-4B8F-885B-5985C6C4E95B}"/>
    <dgm:cxn modelId="{AF2DC781-1B4C-4E4B-BEE2-5EB8F4DA24CE}" type="presOf" srcId="{CEA7C1B3-8DA4-4319-B163-A1DA8825952F}" destId="{3D48FC65-1608-4F28-A6D0-3ACAB2410A75}" srcOrd="0" destOrd="0" presId="urn:microsoft.com/office/officeart/2005/8/layout/cycle6"/>
    <dgm:cxn modelId="{C9EB4D8F-FAB6-490C-B846-02F256D5A5B2}" srcId="{CEA7C1B3-8DA4-4319-B163-A1DA8825952F}" destId="{1E771516-0E6F-4875-9BAC-E3AB4A94C581}" srcOrd="2" destOrd="0" parTransId="{2DFA0023-B0CF-4422-B8DB-3B3B000E8907}" sibTransId="{49B16DF2-E59F-4C2D-B77C-4E4BB9171B49}"/>
    <dgm:cxn modelId="{445FBAA6-2BF6-4900-9B8E-F157C1EBE21D}" type="presOf" srcId="{4885C57E-0834-4E1F-93E6-5E8BEDA27D94}" destId="{13E1DC18-E675-4508-8C1E-C9D86058BD4E}" srcOrd="0" destOrd="0" presId="urn:microsoft.com/office/officeart/2005/8/layout/cycle6"/>
    <dgm:cxn modelId="{ADD84BB1-6379-48EE-87CE-65089E779738}" type="presOf" srcId="{383D1DFB-AAA9-4AAC-9BD0-711766839062}" destId="{90D53B68-A04F-4F3F-84BA-0F5D40D18388}" srcOrd="0" destOrd="0" presId="urn:microsoft.com/office/officeart/2005/8/layout/cycle6"/>
    <dgm:cxn modelId="{8F209FB9-037D-4F7A-B7D7-34B193DC3700}" type="presOf" srcId="{9374307F-A26D-42DD-A34A-B3FFA1722047}" destId="{3462FF91-7524-4357-8344-A074B3B31988}" srcOrd="0" destOrd="0" presId="urn:microsoft.com/office/officeart/2005/8/layout/cycle6"/>
    <dgm:cxn modelId="{9568A2DE-91EB-4C4A-8B3B-6380B0CF1541}" type="presOf" srcId="{D400E3E2-0F83-4548-BCA7-1651CC5894CD}" destId="{10646623-CCEB-4B9B-8B38-636B6B2F8B72}" srcOrd="0" destOrd="0" presId="urn:microsoft.com/office/officeart/2005/8/layout/cycle6"/>
    <dgm:cxn modelId="{D9C529E2-0C4A-458B-AEB9-1117D16B2E89}" srcId="{CEA7C1B3-8DA4-4319-B163-A1DA8825952F}" destId="{76D5658A-24EB-402D-99FF-47316FD7F0E9}" srcOrd="1" destOrd="0" parTransId="{9FFF8659-A6D2-40E7-9F1F-34C6D055793F}" sibTransId="{4AB540DD-CBC8-4B94-899E-2EF960C03240}"/>
    <dgm:cxn modelId="{8734A4F8-9A1D-4F18-9833-26B99B0BD074}" type="presOf" srcId="{4AB540DD-CBC8-4B94-899E-2EF960C03240}" destId="{834E53D7-19F0-4396-B2A1-DB1D8B10CA3D}" srcOrd="0" destOrd="0" presId="urn:microsoft.com/office/officeart/2005/8/layout/cycle6"/>
    <dgm:cxn modelId="{5C600862-44CF-41C3-B887-CB96EF5494B9}" type="presParOf" srcId="{3D48FC65-1608-4F28-A6D0-3ACAB2410A75}" destId="{90D53B68-A04F-4F3F-84BA-0F5D40D18388}" srcOrd="0" destOrd="0" presId="urn:microsoft.com/office/officeart/2005/8/layout/cycle6"/>
    <dgm:cxn modelId="{08C3342F-C539-4498-AE0F-F35AA1B9F75D}" type="presParOf" srcId="{3D48FC65-1608-4F28-A6D0-3ACAB2410A75}" destId="{641526EA-B31D-4252-A298-FF80AAF90F2C}" srcOrd="1" destOrd="0" presId="urn:microsoft.com/office/officeart/2005/8/layout/cycle6"/>
    <dgm:cxn modelId="{9C4B9BF7-7959-4209-AB0C-D4936CDB4DFA}" type="presParOf" srcId="{3D48FC65-1608-4F28-A6D0-3ACAB2410A75}" destId="{3462FF91-7524-4357-8344-A074B3B31988}" srcOrd="2" destOrd="0" presId="urn:microsoft.com/office/officeart/2005/8/layout/cycle6"/>
    <dgm:cxn modelId="{01D7B445-4D02-4C48-8160-3BAFD9B8FDF5}" type="presParOf" srcId="{3D48FC65-1608-4F28-A6D0-3ACAB2410A75}" destId="{81D7AA6D-9091-4518-B526-9069666DAE8E}" srcOrd="3" destOrd="0" presId="urn:microsoft.com/office/officeart/2005/8/layout/cycle6"/>
    <dgm:cxn modelId="{A7268698-8D3C-4CCD-AE37-252DA685C756}" type="presParOf" srcId="{3D48FC65-1608-4F28-A6D0-3ACAB2410A75}" destId="{6D63ABFF-CBD5-4F0A-9445-EBF51D9060EC}" srcOrd="4" destOrd="0" presId="urn:microsoft.com/office/officeart/2005/8/layout/cycle6"/>
    <dgm:cxn modelId="{D1976BB3-0A24-49CD-8BF0-598E62B68ACD}" type="presParOf" srcId="{3D48FC65-1608-4F28-A6D0-3ACAB2410A75}" destId="{834E53D7-19F0-4396-B2A1-DB1D8B10CA3D}" srcOrd="5" destOrd="0" presId="urn:microsoft.com/office/officeart/2005/8/layout/cycle6"/>
    <dgm:cxn modelId="{0D00519C-574F-4CC3-B774-51B743902287}" type="presParOf" srcId="{3D48FC65-1608-4F28-A6D0-3ACAB2410A75}" destId="{6A7445EA-2F3C-402C-A7FB-D8B3AA69E9AD}" srcOrd="6" destOrd="0" presId="urn:microsoft.com/office/officeart/2005/8/layout/cycle6"/>
    <dgm:cxn modelId="{A8201DBF-0142-4D2A-A09C-842EE17E225A}" type="presParOf" srcId="{3D48FC65-1608-4F28-A6D0-3ACAB2410A75}" destId="{5BB93A95-4316-48EF-AB05-6F3B16CE0515}" srcOrd="7" destOrd="0" presId="urn:microsoft.com/office/officeart/2005/8/layout/cycle6"/>
    <dgm:cxn modelId="{CC2FB8D7-CA48-468B-9531-DCB2ED722BEE}" type="presParOf" srcId="{3D48FC65-1608-4F28-A6D0-3ACAB2410A75}" destId="{3CA02145-157C-4DA0-A257-9B5FC2FEE5C3}" srcOrd="8" destOrd="0" presId="urn:microsoft.com/office/officeart/2005/8/layout/cycle6"/>
    <dgm:cxn modelId="{D950FDEC-B7A3-49A0-852A-15219E12305E}" type="presParOf" srcId="{3D48FC65-1608-4F28-A6D0-3ACAB2410A75}" destId="{10646623-CCEB-4B9B-8B38-636B6B2F8B72}" srcOrd="9" destOrd="0" presId="urn:microsoft.com/office/officeart/2005/8/layout/cycle6"/>
    <dgm:cxn modelId="{5665AF1A-262A-4BC9-8C51-3C28D4380EE4}" type="presParOf" srcId="{3D48FC65-1608-4F28-A6D0-3ACAB2410A75}" destId="{F4AAB76A-C79C-4A9C-A4AC-EB3CD065B48D}" srcOrd="10" destOrd="0" presId="urn:microsoft.com/office/officeart/2005/8/layout/cycle6"/>
    <dgm:cxn modelId="{69E47685-5FBD-431E-8873-A5D8426F2C56}" type="presParOf" srcId="{3D48FC65-1608-4F28-A6D0-3ACAB2410A75}" destId="{1634C049-D899-4863-ADC2-06F6700576CE}" srcOrd="11" destOrd="0" presId="urn:microsoft.com/office/officeart/2005/8/layout/cycle6"/>
    <dgm:cxn modelId="{A19C5D3C-8D47-4617-8022-93C79F0A3EF5}" type="presParOf" srcId="{3D48FC65-1608-4F28-A6D0-3ACAB2410A75}" destId="{13E1DC18-E675-4508-8C1E-C9D86058BD4E}" srcOrd="12" destOrd="0" presId="urn:microsoft.com/office/officeart/2005/8/layout/cycle6"/>
    <dgm:cxn modelId="{BFF76653-56DB-430B-BD2C-9091B7964EC7}" type="presParOf" srcId="{3D48FC65-1608-4F28-A6D0-3ACAB2410A75}" destId="{E3796B6A-3129-40F9-9736-1A2217A91B2D}" srcOrd="13" destOrd="0" presId="urn:microsoft.com/office/officeart/2005/8/layout/cycle6"/>
    <dgm:cxn modelId="{1F8EDA7B-4267-4314-8BA2-CDE3FB26D204}" type="presParOf" srcId="{3D48FC65-1608-4F28-A6D0-3ACAB2410A75}" destId="{E04C3DAA-562C-490B-B38B-BC7AF8713E75}" srcOrd="14" destOrd="0" presId="urn:microsoft.com/office/officeart/2005/8/layout/cycle6"/>
    <dgm:cxn modelId="{836F02EC-0EE2-4496-AF81-F3A6904C30CB}" type="presParOf" srcId="{3D48FC65-1608-4F28-A6D0-3ACAB2410A75}" destId="{288C2DE9-CD82-4539-BC06-5B66FB55628B}" srcOrd="15" destOrd="0" presId="urn:microsoft.com/office/officeart/2005/8/layout/cycle6"/>
    <dgm:cxn modelId="{1F8937C0-1E0F-42B2-82E6-B70CC4F967CD}" type="presParOf" srcId="{3D48FC65-1608-4F28-A6D0-3ACAB2410A75}" destId="{4F3B4270-FBDA-4F59-8443-55C7ED2EC6DF}" srcOrd="16" destOrd="0" presId="urn:microsoft.com/office/officeart/2005/8/layout/cycle6"/>
    <dgm:cxn modelId="{B3790194-D76B-4A52-89A7-B9D9EE60420B}" type="presParOf" srcId="{3D48FC65-1608-4F28-A6D0-3ACAB2410A75}" destId="{241B4604-4377-4DEC-AA98-2D81D91F4049}" srcOrd="17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1801EC-93ED-40D0-B551-E895ECB11B43}" type="doc">
      <dgm:prSet loTypeId="urn:microsoft.com/office/officeart/2005/8/layout/target3" loCatId="relationship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pPr rtl="1"/>
          <a:endParaRPr lang="ar-SA"/>
        </a:p>
      </dgm:t>
    </dgm:pt>
    <dgm:pt modelId="{739E0C5E-9508-4F16-8CE4-A3CBFE18E3D4}">
      <dgm:prSet phldrT="[نص]" custT="1"/>
      <dgm:spPr/>
      <dgm:t>
        <a:bodyPr/>
        <a:lstStyle/>
        <a:p>
          <a:pPr algn="ctr" rtl="1"/>
          <a:r>
            <a:rPr lang="ar-SA" sz="4000" dirty="0"/>
            <a:t>قراءة القيم الصادرة من الحساسات</a:t>
          </a:r>
        </a:p>
      </dgm:t>
    </dgm:pt>
    <dgm:pt modelId="{F792A882-E700-4DB2-A5C8-4B002A431365}" type="parTrans" cxnId="{025FAAC1-E307-4674-A8BA-C9DAEAAE6489}">
      <dgm:prSet/>
      <dgm:spPr/>
      <dgm:t>
        <a:bodyPr/>
        <a:lstStyle/>
        <a:p>
          <a:pPr rtl="1"/>
          <a:endParaRPr lang="ar-SA"/>
        </a:p>
      </dgm:t>
    </dgm:pt>
    <dgm:pt modelId="{DDF88E65-5B43-4715-9997-A9EC34DB294C}" type="sibTrans" cxnId="{025FAAC1-E307-4674-A8BA-C9DAEAAE6489}">
      <dgm:prSet/>
      <dgm:spPr/>
      <dgm:t>
        <a:bodyPr/>
        <a:lstStyle/>
        <a:p>
          <a:pPr rtl="1"/>
          <a:endParaRPr lang="ar-SA"/>
        </a:p>
      </dgm:t>
    </dgm:pt>
    <dgm:pt modelId="{846D0E09-04D4-4E5C-97EA-9C02EA8CCFD0}">
      <dgm:prSet phldrT="[نص]" custT="1"/>
      <dgm:spPr/>
      <dgm:t>
        <a:bodyPr/>
        <a:lstStyle/>
        <a:p>
          <a:pPr rtl="1"/>
          <a:r>
            <a:rPr lang="ar-SA" sz="4000" dirty="0"/>
            <a:t>إدارة نظام الدخول باستخدام البطاقة الذكية</a:t>
          </a:r>
        </a:p>
      </dgm:t>
    </dgm:pt>
    <dgm:pt modelId="{F0E318E2-68AC-4FF0-A8B2-892ED6799D69}" type="parTrans" cxnId="{3958C68B-6E0F-4C85-96D3-70AF5086C004}">
      <dgm:prSet/>
      <dgm:spPr/>
      <dgm:t>
        <a:bodyPr/>
        <a:lstStyle/>
        <a:p>
          <a:pPr rtl="1"/>
          <a:endParaRPr lang="ar-SA"/>
        </a:p>
      </dgm:t>
    </dgm:pt>
    <dgm:pt modelId="{5ED85D1D-B196-4AFA-9D1E-5F020258BE88}" type="sibTrans" cxnId="{3958C68B-6E0F-4C85-96D3-70AF5086C004}">
      <dgm:prSet/>
      <dgm:spPr/>
      <dgm:t>
        <a:bodyPr/>
        <a:lstStyle/>
        <a:p>
          <a:pPr rtl="1"/>
          <a:endParaRPr lang="ar-SA"/>
        </a:p>
      </dgm:t>
    </dgm:pt>
    <dgm:pt modelId="{107548C5-68E5-4CC5-BECD-B0705124098A}">
      <dgm:prSet phldrT="[نص]" custT="1"/>
      <dgm:spPr/>
      <dgm:t>
        <a:bodyPr/>
        <a:lstStyle/>
        <a:p>
          <a:pPr rtl="1"/>
          <a:r>
            <a:rPr lang="ar-SA" sz="4400" dirty="0"/>
            <a:t>معالجة </a:t>
          </a:r>
          <a:r>
            <a:rPr lang="ar-SA" sz="4000" dirty="0"/>
            <a:t>البيانات</a:t>
          </a:r>
          <a:r>
            <a:rPr lang="ar-SA" sz="4400" dirty="0"/>
            <a:t> وفق منطق برمجي محدد</a:t>
          </a:r>
        </a:p>
      </dgm:t>
    </dgm:pt>
    <dgm:pt modelId="{A7D8BDD7-B8C3-49F4-9A67-1F1421A0E619}" type="parTrans" cxnId="{D25F9386-CB19-40F1-8E7D-EFAC858D0599}">
      <dgm:prSet/>
      <dgm:spPr/>
      <dgm:t>
        <a:bodyPr/>
        <a:lstStyle/>
        <a:p>
          <a:pPr rtl="1"/>
          <a:endParaRPr lang="ar-SA"/>
        </a:p>
      </dgm:t>
    </dgm:pt>
    <dgm:pt modelId="{FABC09DF-FC8D-48DA-85EF-056F5325B6F6}" type="sibTrans" cxnId="{D25F9386-CB19-40F1-8E7D-EFAC858D0599}">
      <dgm:prSet/>
      <dgm:spPr/>
      <dgm:t>
        <a:bodyPr/>
        <a:lstStyle/>
        <a:p>
          <a:pPr rtl="1"/>
          <a:endParaRPr lang="ar-SA"/>
        </a:p>
      </dgm:t>
    </dgm:pt>
    <dgm:pt modelId="{AF3A4030-6CA3-457C-92F4-F85C7E91EFA6}">
      <dgm:prSet phldrT="[نص]" custT="1"/>
      <dgm:spPr/>
      <dgm:t>
        <a:bodyPr/>
        <a:lstStyle/>
        <a:p>
          <a:pPr rtl="1"/>
          <a:r>
            <a:rPr lang="ar-SA" sz="4000" dirty="0"/>
            <a:t>التحكم في المشغلات مثل محرك السيرفو</a:t>
          </a:r>
        </a:p>
      </dgm:t>
    </dgm:pt>
    <dgm:pt modelId="{7CFE820E-6103-40CC-92E1-3F1098B39638}" type="parTrans" cxnId="{F9C43B59-7329-461A-9E06-DA04C079BE34}">
      <dgm:prSet/>
      <dgm:spPr/>
      <dgm:t>
        <a:bodyPr/>
        <a:lstStyle/>
        <a:p>
          <a:pPr rtl="1"/>
          <a:endParaRPr lang="ar-SA"/>
        </a:p>
      </dgm:t>
    </dgm:pt>
    <dgm:pt modelId="{E22A998A-7ACB-407B-8D4E-0B6EF8E31E0F}" type="sibTrans" cxnId="{F9C43B59-7329-461A-9E06-DA04C079BE34}">
      <dgm:prSet/>
      <dgm:spPr/>
      <dgm:t>
        <a:bodyPr/>
        <a:lstStyle/>
        <a:p>
          <a:pPr rtl="1"/>
          <a:endParaRPr lang="ar-SA"/>
        </a:p>
      </dgm:t>
    </dgm:pt>
    <dgm:pt modelId="{DD481EAD-1F01-46C1-B97D-80D48AF78758}">
      <dgm:prSet phldrT="[نص]" custT="1"/>
      <dgm:spPr/>
      <dgm:t>
        <a:bodyPr/>
        <a:lstStyle/>
        <a:p>
          <a:pPr rtl="1"/>
          <a:r>
            <a:rPr lang="ar-SA" sz="4000" dirty="0"/>
            <a:t>التواصل مع وحدات </a:t>
          </a:r>
          <a:r>
            <a:rPr lang="en-US" sz="4000" dirty="0"/>
            <a:t> RFID </a:t>
          </a:r>
          <a:r>
            <a:rPr lang="ar-SA" sz="4000" dirty="0"/>
            <a:t>و </a:t>
          </a:r>
          <a:r>
            <a:rPr lang="en-US" sz="4000" dirty="0"/>
            <a:t>ESP8266 </a:t>
          </a:r>
          <a:r>
            <a:rPr lang="ar-SA" sz="4000" dirty="0"/>
            <a:t>عبر بروتوكولات الاتصال</a:t>
          </a:r>
        </a:p>
      </dgm:t>
    </dgm:pt>
    <dgm:pt modelId="{DF12F7D6-2211-4E39-BB8B-17259B286D06}" type="sibTrans" cxnId="{8E297E8A-7749-4655-A59B-D9BF7757CFB0}">
      <dgm:prSet/>
      <dgm:spPr/>
      <dgm:t>
        <a:bodyPr/>
        <a:lstStyle/>
        <a:p>
          <a:pPr rtl="1"/>
          <a:endParaRPr lang="ar-SA"/>
        </a:p>
      </dgm:t>
    </dgm:pt>
    <dgm:pt modelId="{C61BAF95-3F28-4FD9-899C-F6035CF18391}" type="parTrans" cxnId="{8E297E8A-7749-4655-A59B-D9BF7757CFB0}">
      <dgm:prSet/>
      <dgm:spPr/>
      <dgm:t>
        <a:bodyPr/>
        <a:lstStyle/>
        <a:p>
          <a:pPr rtl="1"/>
          <a:endParaRPr lang="ar-SA"/>
        </a:p>
      </dgm:t>
    </dgm:pt>
    <dgm:pt modelId="{6F4CD5D6-0937-425B-801B-99B4DDA1BDBC}" type="pres">
      <dgm:prSet presAssocID="{BD1801EC-93ED-40D0-B551-E895ECB11B43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8265C87D-C8DB-437E-A990-4602C0118772}" type="pres">
      <dgm:prSet presAssocID="{739E0C5E-9508-4F16-8CE4-A3CBFE18E3D4}" presName="circle1" presStyleLbl="node1" presStyleIdx="0" presStyleCnt="5"/>
      <dgm:spPr>
        <a:solidFill>
          <a:schemeClr val="tx1"/>
        </a:solidFill>
        <a:ln>
          <a:solidFill>
            <a:schemeClr val="tx1"/>
          </a:solidFill>
        </a:ln>
      </dgm:spPr>
    </dgm:pt>
    <dgm:pt modelId="{87886CB3-0750-4E2C-B242-CD11DF975F02}" type="pres">
      <dgm:prSet presAssocID="{739E0C5E-9508-4F16-8CE4-A3CBFE18E3D4}" presName="space" presStyleCnt="0"/>
      <dgm:spPr/>
    </dgm:pt>
    <dgm:pt modelId="{09106823-AF96-4775-A53D-6B0577FE73FE}" type="pres">
      <dgm:prSet presAssocID="{739E0C5E-9508-4F16-8CE4-A3CBFE18E3D4}" presName="rect1" presStyleLbl="alignAcc1" presStyleIdx="0" presStyleCnt="5" custLinFactNeighborX="12551" custLinFactNeighborY="-46615"/>
      <dgm:spPr/>
    </dgm:pt>
    <dgm:pt modelId="{B8A20D9F-AE42-41D6-A42D-880EB04877F3}" type="pres">
      <dgm:prSet presAssocID="{107548C5-68E5-4CC5-BECD-B0705124098A}" presName="vertSpace2" presStyleLbl="node1" presStyleIdx="0" presStyleCnt="5"/>
      <dgm:spPr/>
    </dgm:pt>
    <dgm:pt modelId="{DD17005C-A2BD-4791-9817-983C8ACFFB91}" type="pres">
      <dgm:prSet presAssocID="{107548C5-68E5-4CC5-BECD-B0705124098A}" presName="circle2" presStyleLbl="node1" presStyleIdx="1" presStyleCnt="5"/>
      <dgm:spPr>
        <a:solidFill>
          <a:schemeClr val="tx1"/>
        </a:solidFill>
      </dgm:spPr>
    </dgm:pt>
    <dgm:pt modelId="{E60F9340-573D-4740-A48B-B4AD734A1DF9}" type="pres">
      <dgm:prSet presAssocID="{107548C5-68E5-4CC5-BECD-B0705124098A}" presName="rect2" presStyleLbl="alignAcc1" presStyleIdx="1" presStyleCnt="5"/>
      <dgm:spPr/>
    </dgm:pt>
    <dgm:pt modelId="{6C0F836E-CF81-444E-BCF8-24FE30D20668}" type="pres">
      <dgm:prSet presAssocID="{AF3A4030-6CA3-457C-92F4-F85C7E91EFA6}" presName="vertSpace3" presStyleLbl="node1" presStyleIdx="1" presStyleCnt="5"/>
      <dgm:spPr/>
    </dgm:pt>
    <dgm:pt modelId="{7AEFE2F7-1F6A-4B6A-B108-DF98F5B95FB4}" type="pres">
      <dgm:prSet presAssocID="{AF3A4030-6CA3-457C-92F4-F85C7E91EFA6}" presName="circle3" presStyleLbl="node1" presStyleIdx="2" presStyleCnt="5"/>
      <dgm:spPr>
        <a:solidFill>
          <a:schemeClr val="tx1"/>
        </a:solidFill>
      </dgm:spPr>
    </dgm:pt>
    <dgm:pt modelId="{140F2D53-B376-47F2-9C9F-68ABB355CC4A}" type="pres">
      <dgm:prSet presAssocID="{AF3A4030-6CA3-457C-92F4-F85C7E91EFA6}" presName="rect3" presStyleLbl="alignAcc1" presStyleIdx="2" presStyleCnt="5"/>
      <dgm:spPr/>
    </dgm:pt>
    <dgm:pt modelId="{30E7F8A7-6852-4DB6-9097-51C0FE0FA770}" type="pres">
      <dgm:prSet presAssocID="{846D0E09-04D4-4E5C-97EA-9C02EA8CCFD0}" presName="vertSpace4" presStyleLbl="node1" presStyleIdx="2" presStyleCnt="5"/>
      <dgm:spPr/>
    </dgm:pt>
    <dgm:pt modelId="{674215D1-DEB4-461F-874C-76BC7E38BE7C}" type="pres">
      <dgm:prSet presAssocID="{846D0E09-04D4-4E5C-97EA-9C02EA8CCFD0}" presName="circle4" presStyleLbl="node1" presStyleIdx="3" presStyleCnt="5"/>
      <dgm:spPr>
        <a:solidFill>
          <a:schemeClr val="tx1"/>
        </a:solidFill>
      </dgm:spPr>
    </dgm:pt>
    <dgm:pt modelId="{531D5838-FFA9-4EB3-A60A-30AFB20CC4DC}" type="pres">
      <dgm:prSet presAssocID="{846D0E09-04D4-4E5C-97EA-9C02EA8CCFD0}" presName="rect4" presStyleLbl="alignAcc1" presStyleIdx="3" presStyleCnt="5"/>
      <dgm:spPr/>
    </dgm:pt>
    <dgm:pt modelId="{E797ABDB-1347-4A4E-A05B-0B51CC64D62C}" type="pres">
      <dgm:prSet presAssocID="{DD481EAD-1F01-46C1-B97D-80D48AF78758}" presName="vertSpace5" presStyleLbl="node1" presStyleIdx="3" presStyleCnt="5"/>
      <dgm:spPr/>
    </dgm:pt>
    <dgm:pt modelId="{AA0F24C3-7384-454F-B530-3DA14B92CEF5}" type="pres">
      <dgm:prSet presAssocID="{DD481EAD-1F01-46C1-B97D-80D48AF78758}" presName="circle5" presStyleLbl="node1" presStyleIdx="4" presStyleCnt="5"/>
      <dgm:spPr>
        <a:solidFill>
          <a:schemeClr val="tx1"/>
        </a:solidFill>
      </dgm:spPr>
    </dgm:pt>
    <dgm:pt modelId="{A18C24EF-88D7-41E7-B0DB-A4D6C11FB7E7}" type="pres">
      <dgm:prSet presAssocID="{DD481EAD-1F01-46C1-B97D-80D48AF78758}" presName="rect5" presStyleLbl="alignAcc1" presStyleIdx="4" presStyleCnt="5"/>
      <dgm:spPr/>
    </dgm:pt>
    <dgm:pt modelId="{F89F15A1-9845-4844-8339-2A23CFAB0ABE}" type="pres">
      <dgm:prSet presAssocID="{739E0C5E-9508-4F16-8CE4-A3CBFE18E3D4}" presName="rect1ParTxNoCh" presStyleLbl="alignAcc1" presStyleIdx="4" presStyleCnt="5">
        <dgm:presLayoutVars>
          <dgm:chMax val="1"/>
          <dgm:bulletEnabled val="1"/>
        </dgm:presLayoutVars>
      </dgm:prSet>
      <dgm:spPr/>
    </dgm:pt>
    <dgm:pt modelId="{944FE91B-4F05-480A-9A4D-5B20447D4A2B}" type="pres">
      <dgm:prSet presAssocID="{107548C5-68E5-4CC5-BECD-B0705124098A}" presName="rect2ParTxNoCh" presStyleLbl="alignAcc1" presStyleIdx="4" presStyleCnt="5">
        <dgm:presLayoutVars>
          <dgm:chMax val="1"/>
          <dgm:bulletEnabled val="1"/>
        </dgm:presLayoutVars>
      </dgm:prSet>
      <dgm:spPr/>
    </dgm:pt>
    <dgm:pt modelId="{D2DFDE6F-67D8-4574-AB06-3C4815976D33}" type="pres">
      <dgm:prSet presAssocID="{AF3A4030-6CA3-457C-92F4-F85C7E91EFA6}" presName="rect3ParTxNoCh" presStyleLbl="alignAcc1" presStyleIdx="4" presStyleCnt="5">
        <dgm:presLayoutVars>
          <dgm:chMax val="1"/>
          <dgm:bulletEnabled val="1"/>
        </dgm:presLayoutVars>
      </dgm:prSet>
      <dgm:spPr/>
    </dgm:pt>
    <dgm:pt modelId="{BA816F99-E1A1-4ED0-AB0E-1D62D6418798}" type="pres">
      <dgm:prSet presAssocID="{846D0E09-04D4-4E5C-97EA-9C02EA8CCFD0}" presName="rect4ParTxNoCh" presStyleLbl="alignAcc1" presStyleIdx="4" presStyleCnt="5">
        <dgm:presLayoutVars>
          <dgm:chMax val="1"/>
          <dgm:bulletEnabled val="1"/>
        </dgm:presLayoutVars>
      </dgm:prSet>
      <dgm:spPr/>
    </dgm:pt>
    <dgm:pt modelId="{36071377-C240-4BD5-A0DC-F6EE7F5035B9}" type="pres">
      <dgm:prSet presAssocID="{DD481EAD-1F01-46C1-B97D-80D48AF78758}" presName="rect5ParTxNoCh" presStyleLbl="alignAcc1" presStyleIdx="4" presStyleCnt="5">
        <dgm:presLayoutVars>
          <dgm:chMax val="1"/>
          <dgm:bulletEnabled val="1"/>
        </dgm:presLayoutVars>
      </dgm:prSet>
      <dgm:spPr/>
    </dgm:pt>
  </dgm:ptLst>
  <dgm:cxnLst>
    <dgm:cxn modelId="{9F38AE02-FECC-43A5-9B67-E6C98CCBE2A2}" type="presOf" srcId="{AF3A4030-6CA3-457C-92F4-F85C7E91EFA6}" destId="{140F2D53-B376-47F2-9C9F-68ABB355CC4A}" srcOrd="0" destOrd="0" presId="urn:microsoft.com/office/officeart/2005/8/layout/target3"/>
    <dgm:cxn modelId="{D92F7626-6A8A-4EC3-AD16-8E9AB315B631}" type="presOf" srcId="{107548C5-68E5-4CC5-BECD-B0705124098A}" destId="{944FE91B-4F05-480A-9A4D-5B20447D4A2B}" srcOrd="1" destOrd="0" presId="urn:microsoft.com/office/officeart/2005/8/layout/target3"/>
    <dgm:cxn modelId="{8D090C2C-F9EB-4169-B01A-A627A517BA9D}" type="presOf" srcId="{AF3A4030-6CA3-457C-92F4-F85C7E91EFA6}" destId="{D2DFDE6F-67D8-4574-AB06-3C4815976D33}" srcOrd="1" destOrd="0" presId="urn:microsoft.com/office/officeart/2005/8/layout/target3"/>
    <dgm:cxn modelId="{FAF0222C-E0A3-4D5D-B2A4-11CFBB935347}" type="presOf" srcId="{BD1801EC-93ED-40D0-B551-E895ECB11B43}" destId="{6F4CD5D6-0937-425B-801B-99B4DDA1BDBC}" srcOrd="0" destOrd="0" presId="urn:microsoft.com/office/officeart/2005/8/layout/target3"/>
    <dgm:cxn modelId="{BFD4D339-1209-4B4F-9FBE-56AE87933A88}" type="presOf" srcId="{DD481EAD-1F01-46C1-B97D-80D48AF78758}" destId="{36071377-C240-4BD5-A0DC-F6EE7F5035B9}" srcOrd="1" destOrd="0" presId="urn:microsoft.com/office/officeart/2005/8/layout/target3"/>
    <dgm:cxn modelId="{4AF2A03B-3CF5-441D-9277-CA3FA49E77C1}" type="presOf" srcId="{107548C5-68E5-4CC5-BECD-B0705124098A}" destId="{E60F9340-573D-4740-A48B-B4AD734A1DF9}" srcOrd="0" destOrd="0" presId="urn:microsoft.com/office/officeart/2005/8/layout/target3"/>
    <dgm:cxn modelId="{9624EF3F-5944-4A21-9367-4FBB90E0CA89}" type="presOf" srcId="{739E0C5E-9508-4F16-8CE4-A3CBFE18E3D4}" destId="{09106823-AF96-4775-A53D-6B0577FE73FE}" srcOrd="0" destOrd="0" presId="urn:microsoft.com/office/officeart/2005/8/layout/target3"/>
    <dgm:cxn modelId="{ABD3464D-5096-4D09-BBF1-B8D0C1085602}" type="presOf" srcId="{846D0E09-04D4-4E5C-97EA-9C02EA8CCFD0}" destId="{531D5838-FFA9-4EB3-A60A-30AFB20CC4DC}" srcOrd="0" destOrd="0" presId="urn:microsoft.com/office/officeart/2005/8/layout/target3"/>
    <dgm:cxn modelId="{F9C43B59-7329-461A-9E06-DA04C079BE34}" srcId="{BD1801EC-93ED-40D0-B551-E895ECB11B43}" destId="{AF3A4030-6CA3-457C-92F4-F85C7E91EFA6}" srcOrd="2" destOrd="0" parTransId="{7CFE820E-6103-40CC-92E1-3F1098B39638}" sibTransId="{E22A998A-7ACB-407B-8D4E-0B6EF8E31E0F}"/>
    <dgm:cxn modelId="{D25F9386-CB19-40F1-8E7D-EFAC858D0599}" srcId="{BD1801EC-93ED-40D0-B551-E895ECB11B43}" destId="{107548C5-68E5-4CC5-BECD-B0705124098A}" srcOrd="1" destOrd="0" parTransId="{A7D8BDD7-B8C3-49F4-9A67-1F1421A0E619}" sibTransId="{FABC09DF-FC8D-48DA-85EF-056F5325B6F6}"/>
    <dgm:cxn modelId="{8E297E8A-7749-4655-A59B-D9BF7757CFB0}" srcId="{BD1801EC-93ED-40D0-B551-E895ECB11B43}" destId="{DD481EAD-1F01-46C1-B97D-80D48AF78758}" srcOrd="4" destOrd="0" parTransId="{C61BAF95-3F28-4FD9-899C-F6035CF18391}" sibTransId="{DF12F7D6-2211-4E39-BB8B-17259B286D06}"/>
    <dgm:cxn modelId="{3958C68B-6E0F-4C85-96D3-70AF5086C004}" srcId="{BD1801EC-93ED-40D0-B551-E895ECB11B43}" destId="{846D0E09-04D4-4E5C-97EA-9C02EA8CCFD0}" srcOrd="3" destOrd="0" parTransId="{F0E318E2-68AC-4FF0-A8B2-892ED6799D69}" sibTransId="{5ED85D1D-B196-4AFA-9D1E-5F020258BE88}"/>
    <dgm:cxn modelId="{025FAAC1-E307-4674-A8BA-C9DAEAAE6489}" srcId="{BD1801EC-93ED-40D0-B551-E895ECB11B43}" destId="{739E0C5E-9508-4F16-8CE4-A3CBFE18E3D4}" srcOrd="0" destOrd="0" parTransId="{F792A882-E700-4DB2-A5C8-4B002A431365}" sibTransId="{DDF88E65-5B43-4715-9997-A9EC34DB294C}"/>
    <dgm:cxn modelId="{D763A0DC-C62F-4122-828A-46128F3277C7}" type="presOf" srcId="{739E0C5E-9508-4F16-8CE4-A3CBFE18E3D4}" destId="{F89F15A1-9845-4844-8339-2A23CFAB0ABE}" srcOrd="1" destOrd="0" presId="urn:microsoft.com/office/officeart/2005/8/layout/target3"/>
    <dgm:cxn modelId="{1ADA49DE-8DF2-45FF-9A92-CABD53146D3D}" type="presOf" srcId="{846D0E09-04D4-4E5C-97EA-9C02EA8CCFD0}" destId="{BA816F99-E1A1-4ED0-AB0E-1D62D6418798}" srcOrd="1" destOrd="0" presId="urn:microsoft.com/office/officeart/2005/8/layout/target3"/>
    <dgm:cxn modelId="{33DEE9EE-29AF-4647-B0BA-E7F7315E5B61}" type="presOf" srcId="{DD481EAD-1F01-46C1-B97D-80D48AF78758}" destId="{A18C24EF-88D7-41E7-B0DB-A4D6C11FB7E7}" srcOrd="0" destOrd="0" presId="urn:microsoft.com/office/officeart/2005/8/layout/target3"/>
    <dgm:cxn modelId="{11E1772F-40C3-4741-9921-00AE8C1B8883}" type="presParOf" srcId="{6F4CD5D6-0937-425B-801B-99B4DDA1BDBC}" destId="{8265C87D-C8DB-437E-A990-4602C0118772}" srcOrd="0" destOrd="0" presId="urn:microsoft.com/office/officeart/2005/8/layout/target3"/>
    <dgm:cxn modelId="{DFDF49B5-56C4-431A-815D-788636CAA5A8}" type="presParOf" srcId="{6F4CD5D6-0937-425B-801B-99B4DDA1BDBC}" destId="{87886CB3-0750-4E2C-B242-CD11DF975F02}" srcOrd="1" destOrd="0" presId="urn:microsoft.com/office/officeart/2005/8/layout/target3"/>
    <dgm:cxn modelId="{8BE1EC1D-27E1-47B6-AF24-D071C7BC1C73}" type="presParOf" srcId="{6F4CD5D6-0937-425B-801B-99B4DDA1BDBC}" destId="{09106823-AF96-4775-A53D-6B0577FE73FE}" srcOrd="2" destOrd="0" presId="urn:microsoft.com/office/officeart/2005/8/layout/target3"/>
    <dgm:cxn modelId="{D8F8DCE7-DC0C-4F51-AF3E-E649B48EE6DD}" type="presParOf" srcId="{6F4CD5D6-0937-425B-801B-99B4DDA1BDBC}" destId="{B8A20D9F-AE42-41D6-A42D-880EB04877F3}" srcOrd="3" destOrd="0" presId="urn:microsoft.com/office/officeart/2005/8/layout/target3"/>
    <dgm:cxn modelId="{6E27C9D6-26B9-4C51-9A35-C76359AAA37D}" type="presParOf" srcId="{6F4CD5D6-0937-425B-801B-99B4DDA1BDBC}" destId="{DD17005C-A2BD-4791-9817-983C8ACFFB91}" srcOrd="4" destOrd="0" presId="urn:microsoft.com/office/officeart/2005/8/layout/target3"/>
    <dgm:cxn modelId="{2C0145EC-6E50-4536-AD1A-C84150465368}" type="presParOf" srcId="{6F4CD5D6-0937-425B-801B-99B4DDA1BDBC}" destId="{E60F9340-573D-4740-A48B-B4AD734A1DF9}" srcOrd="5" destOrd="0" presId="urn:microsoft.com/office/officeart/2005/8/layout/target3"/>
    <dgm:cxn modelId="{2E103911-1A6F-4C8B-87D6-E8E3EFC71F02}" type="presParOf" srcId="{6F4CD5D6-0937-425B-801B-99B4DDA1BDBC}" destId="{6C0F836E-CF81-444E-BCF8-24FE30D20668}" srcOrd="6" destOrd="0" presId="urn:microsoft.com/office/officeart/2005/8/layout/target3"/>
    <dgm:cxn modelId="{CF1D62BF-EDE7-4717-B611-6DD40A923128}" type="presParOf" srcId="{6F4CD5D6-0937-425B-801B-99B4DDA1BDBC}" destId="{7AEFE2F7-1F6A-4B6A-B108-DF98F5B95FB4}" srcOrd="7" destOrd="0" presId="urn:microsoft.com/office/officeart/2005/8/layout/target3"/>
    <dgm:cxn modelId="{A4D60403-6F4F-40FF-A15B-BA680F10FD80}" type="presParOf" srcId="{6F4CD5D6-0937-425B-801B-99B4DDA1BDBC}" destId="{140F2D53-B376-47F2-9C9F-68ABB355CC4A}" srcOrd="8" destOrd="0" presId="urn:microsoft.com/office/officeart/2005/8/layout/target3"/>
    <dgm:cxn modelId="{5A1E6B09-E8B9-48BE-BDFF-88FDCA3C6ACA}" type="presParOf" srcId="{6F4CD5D6-0937-425B-801B-99B4DDA1BDBC}" destId="{30E7F8A7-6852-4DB6-9097-51C0FE0FA770}" srcOrd="9" destOrd="0" presId="urn:microsoft.com/office/officeart/2005/8/layout/target3"/>
    <dgm:cxn modelId="{B209CC00-356B-4DA9-A4DB-6214C175681B}" type="presParOf" srcId="{6F4CD5D6-0937-425B-801B-99B4DDA1BDBC}" destId="{674215D1-DEB4-461F-874C-76BC7E38BE7C}" srcOrd="10" destOrd="0" presId="urn:microsoft.com/office/officeart/2005/8/layout/target3"/>
    <dgm:cxn modelId="{A36E5A8F-8FFE-45CA-BADF-AAA15A2CD146}" type="presParOf" srcId="{6F4CD5D6-0937-425B-801B-99B4DDA1BDBC}" destId="{531D5838-FFA9-4EB3-A60A-30AFB20CC4DC}" srcOrd="11" destOrd="0" presId="urn:microsoft.com/office/officeart/2005/8/layout/target3"/>
    <dgm:cxn modelId="{1B7D64D0-F83B-4A15-B9FA-6FE712A76A98}" type="presParOf" srcId="{6F4CD5D6-0937-425B-801B-99B4DDA1BDBC}" destId="{E797ABDB-1347-4A4E-A05B-0B51CC64D62C}" srcOrd="12" destOrd="0" presId="urn:microsoft.com/office/officeart/2005/8/layout/target3"/>
    <dgm:cxn modelId="{CCB5C8D8-ED4C-4D68-959A-97AD3507577D}" type="presParOf" srcId="{6F4CD5D6-0937-425B-801B-99B4DDA1BDBC}" destId="{AA0F24C3-7384-454F-B530-3DA14B92CEF5}" srcOrd="13" destOrd="0" presId="urn:microsoft.com/office/officeart/2005/8/layout/target3"/>
    <dgm:cxn modelId="{FBEFD6D4-28AE-4126-9545-FE65026E62A4}" type="presParOf" srcId="{6F4CD5D6-0937-425B-801B-99B4DDA1BDBC}" destId="{A18C24EF-88D7-41E7-B0DB-A4D6C11FB7E7}" srcOrd="14" destOrd="0" presId="urn:microsoft.com/office/officeart/2005/8/layout/target3"/>
    <dgm:cxn modelId="{BB1BCBEA-3223-4360-BF8E-AC1C4425BA1E}" type="presParOf" srcId="{6F4CD5D6-0937-425B-801B-99B4DDA1BDBC}" destId="{F89F15A1-9845-4844-8339-2A23CFAB0ABE}" srcOrd="15" destOrd="0" presId="urn:microsoft.com/office/officeart/2005/8/layout/target3"/>
    <dgm:cxn modelId="{07A629FC-3AA2-47B1-814D-4922864A4A16}" type="presParOf" srcId="{6F4CD5D6-0937-425B-801B-99B4DDA1BDBC}" destId="{944FE91B-4F05-480A-9A4D-5B20447D4A2B}" srcOrd="16" destOrd="0" presId="urn:microsoft.com/office/officeart/2005/8/layout/target3"/>
    <dgm:cxn modelId="{8196D346-4598-4AB5-A8EA-9115AD88D0A1}" type="presParOf" srcId="{6F4CD5D6-0937-425B-801B-99B4DDA1BDBC}" destId="{D2DFDE6F-67D8-4574-AB06-3C4815976D33}" srcOrd="17" destOrd="0" presId="urn:microsoft.com/office/officeart/2005/8/layout/target3"/>
    <dgm:cxn modelId="{2F4D9A6A-DF1B-4FB8-9E02-A6275FBEEB3E}" type="presParOf" srcId="{6F4CD5D6-0937-425B-801B-99B4DDA1BDBC}" destId="{BA816F99-E1A1-4ED0-AB0E-1D62D6418798}" srcOrd="18" destOrd="0" presId="urn:microsoft.com/office/officeart/2005/8/layout/target3"/>
    <dgm:cxn modelId="{8806F8A2-982D-4641-BD62-9C3ABA5F9A6C}" type="presParOf" srcId="{6F4CD5D6-0937-425B-801B-99B4DDA1BDBC}" destId="{36071377-C240-4BD5-A0DC-F6EE7F5035B9}" srcOrd="1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7757663-54CD-4402-BD95-F77086387343}" type="doc">
      <dgm:prSet loTypeId="urn:microsoft.com/office/officeart/2005/8/layout/target1" loCatId="relationship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pPr rtl="1"/>
          <a:endParaRPr lang="ar-SA"/>
        </a:p>
      </dgm:t>
    </dgm:pt>
    <dgm:pt modelId="{924CC9D1-1FC1-4E24-8AA5-4DE79255EB71}">
      <dgm:prSet phldrT="[نص]" custT="1"/>
      <dgm:spPr/>
      <dgm:t>
        <a:bodyPr/>
        <a:lstStyle/>
        <a:p>
          <a:pPr rtl="1"/>
          <a:r>
            <a:rPr lang="ar-SA" sz="3800" dirty="0"/>
            <a:t>الحساسات متصلة بمداخل لوحة </a:t>
          </a:r>
          <a:r>
            <a:rPr lang="en-US" sz="3800" dirty="0"/>
            <a:t>Arduino</a:t>
          </a:r>
          <a:endParaRPr lang="ar-SA" sz="3800" dirty="0"/>
        </a:p>
      </dgm:t>
    </dgm:pt>
    <dgm:pt modelId="{4A7335B2-3FDB-4AC1-AAFC-861C4659D930}" type="parTrans" cxnId="{64C038A6-712B-4CA8-92FC-282A51B6A85D}">
      <dgm:prSet/>
      <dgm:spPr/>
      <dgm:t>
        <a:bodyPr/>
        <a:lstStyle/>
        <a:p>
          <a:pPr rtl="1"/>
          <a:endParaRPr lang="ar-SA"/>
        </a:p>
      </dgm:t>
    </dgm:pt>
    <dgm:pt modelId="{936153A2-35BA-4315-AEFB-DE9C7C5503D1}" type="sibTrans" cxnId="{64C038A6-712B-4CA8-92FC-282A51B6A85D}">
      <dgm:prSet/>
      <dgm:spPr/>
      <dgm:t>
        <a:bodyPr/>
        <a:lstStyle/>
        <a:p>
          <a:pPr rtl="1"/>
          <a:endParaRPr lang="ar-SA"/>
        </a:p>
      </dgm:t>
    </dgm:pt>
    <dgm:pt modelId="{774AFC79-CD23-4BEB-9E44-FCE93EA80910}">
      <dgm:prSet phldrT="[نص]" custT="1"/>
      <dgm:spPr/>
      <dgm:t>
        <a:bodyPr/>
        <a:lstStyle/>
        <a:p>
          <a:pPr rtl="1"/>
          <a:r>
            <a:rPr lang="ar-SA" sz="3800" dirty="0"/>
            <a:t>توصيل محرك السيرفو بمنفذ </a:t>
          </a:r>
          <a:r>
            <a:rPr lang="en-US" sz="3800" dirty="0"/>
            <a:t>PWM</a:t>
          </a:r>
          <a:endParaRPr lang="ar-SA" sz="3800" dirty="0"/>
        </a:p>
      </dgm:t>
    </dgm:pt>
    <dgm:pt modelId="{7EB8DE14-B549-40CB-B663-6482EBE83D70}" type="parTrans" cxnId="{51AFC4D0-DE01-43DE-8C3C-0258056ED21A}">
      <dgm:prSet/>
      <dgm:spPr/>
      <dgm:t>
        <a:bodyPr/>
        <a:lstStyle/>
        <a:p>
          <a:pPr rtl="1"/>
          <a:endParaRPr lang="ar-SA"/>
        </a:p>
      </dgm:t>
    </dgm:pt>
    <dgm:pt modelId="{798D17DE-6929-42E4-9C57-0A3777ED6F1A}" type="sibTrans" cxnId="{51AFC4D0-DE01-43DE-8C3C-0258056ED21A}">
      <dgm:prSet/>
      <dgm:spPr/>
      <dgm:t>
        <a:bodyPr/>
        <a:lstStyle/>
        <a:p>
          <a:pPr rtl="1"/>
          <a:endParaRPr lang="ar-SA"/>
        </a:p>
      </dgm:t>
    </dgm:pt>
    <dgm:pt modelId="{71002066-C593-48C7-984F-D314929395E2}">
      <dgm:prSet phldrT="[نص]" custT="1"/>
      <dgm:spPr/>
      <dgm:t>
        <a:bodyPr/>
        <a:lstStyle/>
        <a:p>
          <a:pPr rtl="1"/>
          <a:r>
            <a:rPr lang="ar-SA" sz="3800" dirty="0"/>
            <a:t>قارئ البطاقة الذكية متصل عبر واجهة رقمية</a:t>
          </a:r>
        </a:p>
      </dgm:t>
    </dgm:pt>
    <dgm:pt modelId="{2BDEE08D-8747-4C25-AAA8-FDF7FB741D9E}" type="parTrans" cxnId="{B4EB5EC5-2C00-49D6-8EF3-77D86D79D583}">
      <dgm:prSet/>
      <dgm:spPr/>
      <dgm:t>
        <a:bodyPr/>
        <a:lstStyle/>
        <a:p>
          <a:pPr rtl="1"/>
          <a:endParaRPr lang="ar-SA"/>
        </a:p>
      </dgm:t>
    </dgm:pt>
    <dgm:pt modelId="{4D9A3F1A-6EDE-444B-8725-D70AF08F7813}" type="sibTrans" cxnId="{B4EB5EC5-2C00-49D6-8EF3-77D86D79D583}">
      <dgm:prSet/>
      <dgm:spPr/>
      <dgm:t>
        <a:bodyPr/>
        <a:lstStyle/>
        <a:p>
          <a:pPr rtl="1"/>
          <a:endParaRPr lang="ar-SA"/>
        </a:p>
      </dgm:t>
    </dgm:pt>
    <dgm:pt modelId="{22A3F55C-F635-44AD-AEFE-0522F41EEAFA}">
      <dgm:prSet phldrT="[نص]" phldr="0" custT="1"/>
      <dgm:spPr/>
      <dgm:t>
        <a:bodyPr/>
        <a:lstStyle/>
        <a:p>
          <a:pPr algn="ctr" rtl="1"/>
          <a:r>
            <a:rPr lang="ar-SA" sz="3800" dirty="0"/>
            <a:t>توصيل </a:t>
          </a:r>
          <a:r>
            <a:rPr lang="en-US" sz="3800" dirty="0"/>
            <a:t>ESP8266 </a:t>
          </a:r>
          <a:r>
            <a:rPr lang="ar-SA" sz="3800" dirty="0"/>
            <a:t> عبر الاتصال التسلسلي </a:t>
          </a:r>
        </a:p>
        <a:p>
          <a:pPr algn="ctr" rtl="1"/>
          <a:r>
            <a:rPr lang="en-US" sz="3800" dirty="0"/>
            <a:t>(TX / RX)</a:t>
          </a:r>
          <a:endParaRPr lang="ar-SA" sz="3800" dirty="0"/>
        </a:p>
      </dgm:t>
    </dgm:pt>
    <dgm:pt modelId="{B63E2910-C0FE-42DC-BFDA-FDB8CE06F1FA}" type="parTrans" cxnId="{19D31A3D-14CB-4669-9F80-017065D23FB3}">
      <dgm:prSet/>
      <dgm:spPr/>
      <dgm:t>
        <a:bodyPr/>
        <a:lstStyle/>
        <a:p>
          <a:pPr rtl="1"/>
          <a:endParaRPr lang="ar-SA"/>
        </a:p>
      </dgm:t>
    </dgm:pt>
    <dgm:pt modelId="{E3B42508-EB93-4851-9DE2-D4F7701C583B}" type="sibTrans" cxnId="{19D31A3D-14CB-4669-9F80-017065D23FB3}">
      <dgm:prSet/>
      <dgm:spPr/>
      <dgm:t>
        <a:bodyPr/>
        <a:lstStyle/>
        <a:p>
          <a:pPr rtl="1"/>
          <a:endParaRPr lang="ar-SA"/>
        </a:p>
      </dgm:t>
    </dgm:pt>
    <dgm:pt modelId="{1D63B41E-CEE0-42D0-A243-EDC2E65DF0FB}">
      <dgm:prSet phldrT="[نص]" phldr="0" custT="1"/>
      <dgm:spPr/>
      <dgm:t>
        <a:bodyPr/>
        <a:lstStyle/>
        <a:p>
          <a:pPr rtl="1"/>
          <a:r>
            <a:rPr lang="ar-SA" sz="3600" b="0" dirty="0"/>
            <a:t>توزيع مصدر الطاقة (5</a:t>
          </a:r>
          <a:r>
            <a:rPr lang="en-US" sz="3600" b="0" dirty="0"/>
            <a:t> V </a:t>
          </a:r>
          <a:r>
            <a:rPr lang="ar-SA" sz="3600" b="0" dirty="0"/>
            <a:t>و </a:t>
          </a:r>
          <a:r>
            <a:rPr lang="en-US" sz="3600" b="0" dirty="0"/>
            <a:t>(GND</a:t>
          </a:r>
          <a:endParaRPr lang="ar-SA" sz="3600" b="0" dirty="0"/>
        </a:p>
      </dgm:t>
    </dgm:pt>
    <dgm:pt modelId="{F0E35262-1CEF-4829-95D2-2BC0D62984B2}" type="parTrans" cxnId="{270EFF0A-0F49-4A68-807A-E0EA670EC4C3}">
      <dgm:prSet/>
      <dgm:spPr/>
      <dgm:t>
        <a:bodyPr/>
        <a:lstStyle/>
        <a:p>
          <a:pPr rtl="1"/>
          <a:endParaRPr lang="ar-SA"/>
        </a:p>
      </dgm:t>
    </dgm:pt>
    <dgm:pt modelId="{F2C0232A-7E91-481D-A75D-7CFC9ED88C41}" type="sibTrans" cxnId="{270EFF0A-0F49-4A68-807A-E0EA670EC4C3}">
      <dgm:prSet/>
      <dgm:spPr/>
      <dgm:t>
        <a:bodyPr/>
        <a:lstStyle/>
        <a:p>
          <a:pPr rtl="1"/>
          <a:endParaRPr lang="ar-SA"/>
        </a:p>
      </dgm:t>
    </dgm:pt>
    <dgm:pt modelId="{31ABA811-B01B-4A86-AEA2-DE4E24CC9F9B}" type="pres">
      <dgm:prSet presAssocID="{27757663-54CD-4402-BD95-F77086387343}" presName="composite" presStyleCnt="0">
        <dgm:presLayoutVars>
          <dgm:chMax val="5"/>
          <dgm:dir/>
          <dgm:resizeHandles val="exact"/>
        </dgm:presLayoutVars>
      </dgm:prSet>
      <dgm:spPr/>
    </dgm:pt>
    <dgm:pt modelId="{0B5F2074-28ED-4583-BC1B-B30F8EDA549C}" type="pres">
      <dgm:prSet presAssocID="{924CC9D1-1FC1-4E24-8AA5-4DE79255EB71}" presName="circle1" presStyleLbl="lnNode1" presStyleIdx="0" presStyleCnt="5"/>
      <dgm:spPr/>
    </dgm:pt>
    <dgm:pt modelId="{EBDF5893-BAC0-4979-A088-E66A07758B56}" type="pres">
      <dgm:prSet presAssocID="{924CC9D1-1FC1-4E24-8AA5-4DE79255EB71}" presName="text1" presStyleLbl="revTx" presStyleIdx="0" presStyleCnt="5" custScaleX="214480" custLinFactNeighborX="59223" custLinFactNeighborY="2528">
        <dgm:presLayoutVars>
          <dgm:bulletEnabled val="1"/>
        </dgm:presLayoutVars>
      </dgm:prSet>
      <dgm:spPr/>
    </dgm:pt>
    <dgm:pt modelId="{6DC7700F-18CF-4523-90BA-0BC03C3FA80C}" type="pres">
      <dgm:prSet presAssocID="{924CC9D1-1FC1-4E24-8AA5-4DE79255EB71}" presName="line1" presStyleLbl="callout" presStyleIdx="0" presStyleCnt="10"/>
      <dgm:spPr/>
    </dgm:pt>
    <dgm:pt modelId="{E02991AB-43C6-4A35-95AB-49A3E1D2D888}" type="pres">
      <dgm:prSet presAssocID="{924CC9D1-1FC1-4E24-8AA5-4DE79255EB71}" presName="d1" presStyleLbl="callout" presStyleIdx="1" presStyleCnt="10"/>
      <dgm:spPr>
        <a:ln>
          <a:solidFill>
            <a:schemeClr val="tx2">
              <a:lumMod val="75000"/>
            </a:schemeClr>
          </a:solidFill>
        </a:ln>
      </dgm:spPr>
    </dgm:pt>
    <dgm:pt modelId="{A4E1A699-2312-457C-B04E-95BC7D4AB2EF}" type="pres">
      <dgm:prSet presAssocID="{774AFC79-CD23-4BEB-9E44-FCE93EA80910}" presName="circle2" presStyleLbl="lnNode1" presStyleIdx="1" presStyleCnt="5"/>
      <dgm:spPr/>
    </dgm:pt>
    <dgm:pt modelId="{919E56B5-2D3B-41B0-94CE-6E0FC91F60BB}" type="pres">
      <dgm:prSet presAssocID="{774AFC79-CD23-4BEB-9E44-FCE93EA80910}" presName="text2" presStyleLbl="revTx" presStyleIdx="1" presStyleCnt="5" custScaleX="221757" custLinFactNeighborX="66846" custLinFactNeighborY="6721">
        <dgm:presLayoutVars>
          <dgm:bulletEnabled val="1"/>
        </dgm:presLayoutVars>
      </dgm:prSet>
      <dgm:spPr/>
    </dgm:pt>
    <dgm:pt modelId="{0BDAC888-27CB-4860-91EA-75C9FB59A548}" type="pres">
      <dgm:prSet presAssocID="{774AFC79-CD23-4BEB-9E44-FCE93EA80910}" presName="line2" presStyleLbl="callout" presStyleIdx="2" presStyleCnt="10"/>
      <dgm:spPr/>
    </dgm:pt>
    <dgm:pt modelId="{25EC5706-8801-400B-8098-DCB932E80CF6}" type="pres">
      <dgm:prSet presAssocID="{774AFC79-CD23-4BEB-9E44-FCE93EA80910}" presName="d2" presStyleLbl="callout" presStyleIdx="3" presStyleCnt="10"/>
      <dgm:spPr>
        <a:ln>
          <a:solidFill>
            <a:schemeClr val="tx2">
              <a:lumMod val="75000"/>
            </a:schemeClr>
          </a:solidFill>
        </a:ln>
      </dgm:spPr>
    </dgm:pt>
    <dgm:pt modelId="{4F1F6D33-DB64-4A91-B88C-F635DFC53F70}" type="pres">
      <dgm:prSet presAssocID="{71002066-C593-48C7-984F-D314929395E2}" presName="circle3" presStyleLbl="lnNode1" presStyleIdx="2" presStyleCnt="5" custScaleX="87917"/>
      <dgm:spPr/>
    </dgm:pt>
    <dgm:pt modelId="{BAF897C8-8BC8-44A0-B7DA-8FB3F3C2AAA7}" type="pres">
      <dgm:prSet presAssocID="{71002066-C593-48C7-984F-D314929395E2}" presName="text3" presStyleLbl="revTx" presStyleIdx="2" presStyleCnt="5" custScaleX="226070" custScaleY="70358" custLinFactNeighborX="64690" custLinFactNeighborY="2527">
        <dgm:presLayoutVars>
          <dgm:bulletEnabled val="1"/>
        </dgm:presLayoutVars>
      </dgm:prSet>
      <dgm:spPr/>
    </dgm:pt>
    <dgm:pt modelId="{A7761CC3-E1D3-4400-87A6-3D76B6A43CE7}" type="pres">
      <dgm:prSet presAssocID="{71002066-C593-48C7-984F-D314929395E2}" presName="line3" presStyleLbl="callout" presStyleIdx="4" presStyleCnt="10"/>
      <dgm:spPr/>
    </dgm:pt>
    <dgm:pt modelId="{1C46D2FB-9F55-41D9-9C48-8691C22264AE}" type="pres">
      <dgm:prSet presAssocID="{71002066-C593-48C7-984F-D314929395E2}" presName="d3" presStyleLbl="callout" presStyleIdx="5" presStyleCnt="10"/>
      <dgm:spPr>
        <a:ln>
          <a:solidFill>
            <a:schemeClr val="tx2">
              <a:lumMod val="75000"/>
            </a:schemeClr>
          </a:solidFill>
        </a:ln>
      </dgm:spPr>
    </dgm:pt>
    <dgm:pt modelId="{1D8D9404-555D-4964-BFD0-48BBF6315FA7}" type="pres">
      <dgm:prSet presAssocID="{22A3F55C-F635-44AD-AEFE-0522F41EEAFA}" presName="circle4" presStyleLbl="lnNode1" presStyleIdx="3" presStyleCnt="5" custScaleX="92069" custScaleY="90919"/>
      <dgm:spPr/>
    </dgm:pt>
    <dgm:pt modelId="{2B03AD4E-AE06-4384-B1CA-EECE70ED03AF}" type="pres">
      <dgm:prSet presAssocID="{22A3F55C-F635-44AD-AEFE-0522F41EEAFA}" presName="text4" presStyleLbl="revTx" presStyleIdx="3" presStyleCnt="5" custScaleX="239087" custLinFactNeighborX="73776" custLinFactNeighborY="784">
        <dgm:presLayoutVars>
          <dgm:bulletEnabled val="1"/>
        </dgm:presLayoutVars>
      </dgm:prSet>
      <dgm:spPr/>
    </dgm:pt>
    <dgm:pt modelId="{574DEBBC-3A9A-4749-A4A0-8ECF1F6CA35E}" type="pres">
      <dgm:prSet presAssocID="{22A3F55C-F635-44AD-AEFE-0522F41EEAFA}" presName="line4" presStyleLbl="callout" presStyleIdx="6" presStyleCnt="10" custLinFactNeighborX="-34669" custLinFactNeighborY="15214"/>
      <dgm:spPr/>
    </dgm:pt>
    <dgm:pt modelId="{948F1B32-4D37-48E5-A93F-6651BAEC5464}" type="pres">
      <dgm:prSet presAssocID="{22A3F55C-F635-44AD-AEFE-0522F41EEAFA}" presName="d4" presStyleLbl="callout" presStyleIdx="7" presStyleCnt="10" custLinFactNeighborX="-13707" custLinFactNeighborY="238"/>
      <dgm:spPr>
        <a:ln>
          <a:solidFill>
            <a:schemeClr val="tx2">
              <a:lumMod val="75000"/>
            </a:schemeClr>
          </a:solidFill>
        </a:ln>
      </dgm:spPr>
    </dgm:pt>
    <dgm:pt modelId="{68744FE6-BCD7-4036-91F4-3FC775A804C5}" type="pres">
      <dgm:prSet presAssocID="{1D63B41E-CEE0-42D0-A243-EDC2E65DF0FB}" presName="circle5" presStyleLbl="lnNode1" presStyleIdx="4" presStyleCnt="5" custScaleX="89115" custScaleY="85720"/>
      <dgm:spPr/>
    </dgm:pt>
    <dgm:pt modelId="{80ED764C-2785-4240-ADDB-7BCDC35793BE}" type="pres">
      <dgm:prSet presAssocID="{1D63B41E-CEE0-42D0-A243-EDC2E65DF0FB}" presName="text5" presStyleLbl="revTx" presStyleIdx="4" presStyleCnt="5" custScaleX="225068" custScaleY="73820" custLinFactNeighborX="67979" custLinFactNeighborY="-12760">
        <dgm:presLayoutVars>
          <dgm:bulletEnabled val="1"/>
        </dgm:presLayoutVars>
      </dgm:prSet>
      <dgm:spPr/>
    </dgm:pt>
    <dgm:pt modelId="{8F8BAF5E-CA1E-478C-81B7-3FB0894F6230}" type="pres">
      <dgm:prSet presAssocID="{1D63B41E-CEE0-42D0-A243-EDC2E65DF0FB}" presName="line5" presStyleLbl="callout" presStyleIdx="8" presStyleCnt="10"/>
      <dgm:spPr/>
    </dgm:pt>
    <dgm:pt modelId="{68AEE8A2-AF89-47C3-B1B1-7BDF5DD3F49B}" type="pres">
      <dgm:prSet presAssocID="{1D63B41E-CEE0-42D0-A243-EDC2E65DF0FB}" presName="d5" presStyleLbl="callout" presStyleIdx="9" presStyleCnt="10" custScaleX="107574" custScaleY="67715" custLinFactNeighborX="2042" custLinFactNeighborY="-16071"/>
      <dgm:spPr>
        <a:ln>
          <a:solidFill>
            <a:schemeClr val="tx2">
              <a:lumMod val="75000"/>
            </a:schemeClr>
          </a:solidFill>
        </a:ln>
      </dgm:spPr>
    </dgm:pt>
  </dgm:ptLst>
  <dgm:cxnLst>
    <dgm:cxn modelId="{E9742B0A-E1C7-4941-B4B7-D5DBF84BC0B1}" type="presOf" srcId="{924CC9D1-1FC1-4E24-8AA5-4DE79255EB71}" destId="{EBDF5893-BAC0-4979-A088-E66A07758B56}" srcOrd="0" destOrd="0" presId="urn:microsoft.com/office/officeart/2005/8/layout/target1"/>
    <dgm:cxn modelId="{270EFF0A-0F49-4A68-807A-E0EA670EC4C3}" srcId="{27757663-54CD-4402-BD95-F77086387343}" destId="{1D63B41E-CEE0-42D0-A243-EDC2E65DF0FB}" srcOrd="4" destOrd="0" parTransId="{F0E35262-1CEF-4829-95D2-2BC0D62984B2}" sibTransId="{F2C0232A-7E91-481D-A75D-7CFC9ED88C41}"/>
    <dgm:cxn modelId="{19D31A3D-14CB-4669-9F80-017065D23FB3}" srcId="{27757663-54CD-4402-BD95-F77086387343}" destId="{22A3F55C-F635-44AD-AEFE-0522F41EEAFA}" srcOrd="3" destOrd="0" parTransId="{B63E2910-C0FE-42DC-BFDA-FDB8CE06F1FA}" sibTransId="{E3B42508-EB93-4851-9DE2-D4F7701C583B}"/>
    <dgm:cxn modelId="{ED086A69-1BF0-4C8A-8D08-FD0D3220157A}" type="presOf" srcId="{22A3F55C-F635-44AD-AEFE-0522F41EEAFA}" destId="{2B03AD4E-AE06-4384-B1CA-EECE70ED03AF}" srcOrd="0" destOrd="0" presId="urn:microsoft.com/office/officeart/2005/8/layout/target1"/>
    <dgm:cxn modelId="{5E249C4C-34ED-4450-A34F-F4F7B90574BD}" type="presOf" srcId="{71002066-C593-48C7-984F-D314929395E2}" destId="{BAF897C8-8BC8-44A0-B7DA-8FB3F3C2AAA7}" srcOrd="0" destOrd="0" presId="urn:microsoft.com/office/officeart/2005/8/layout/target1"/>
    <dgm:cxn modelId="{0B895C8E-94F7-4486-A856-5FB4F6EA390D}" type="presOf" srcId="{1D63B41E-CEE0-42D0-A243-EDC2E65DF0FB}" destId="{80ED764C-2785-4240-ADDB-7BCDC35793BE}" srcOrd="0" destOrd="0" presId="urn:microsoft.com/office/officeart/2005/8/layout/target1"/>
    <dgm:cxn modelId="{64139A95-B375-4650-AA1B-FAC77DFDFDB8}" type="presOf" srcId="{27757663-54CD-4402-BD95-F77086387343}" destId="{31ABA811-B01B-4A86-AEA2-DE4E24CC9F9B}" srcOrd="0" destOrd="0" presId="urn:microsoft.com/office/officeart/2005/8/layout/target1"/>
    <dgm:cxn modelId="{64C038A6-712B-4CA8-92FC-282A51B6A85D}" srcId="{27757663-54CD-4402-BD95-F77086387343}" destId="{924CC9D1-1FC1-4E24-8AA5-4DE79255EB71}" srcOrd="0" destOrd="0" parTransId="{4A7335B2-3FDB-4AC1-AAFC-861C4659D930}" sibTransId="{936153A2-35BA-4315-AEFB-DE9C7C5503D1}"/>
    <dgm:cxn modelId="{B4EB5EC5-2C00-49D6-8EF3-77D86D79D583}" srcId="{27757663-54CD-4402-BD95-F77086387343}" destId="{71002066-C593-48C7-984F-D314929395E2}" srcOrd="2" destOrd="0" parTransId="{2BDEE08D-8747-4C25-AAA8-FDF7FB741D9E}" sibTransId="{4D9A3F1A-6EDE-444B-8725-D70AF08F7813}"/>
    <dgm:cxn modelId="{51AFC4D0-DE01-43DE-8C3C-0258056ED21A}" srcId="{27757663-54CD-4402-BD95-F77086387343}" destId="{774AFC79-CD23-4BEB-9E44-FCE93EA80910}" srcOrd="1" destOrd="0" parTransId="{7EB8DE14-B549-40CB-B663-6482EBE83D70}" sibTransId="{798D17DE-6929-42E4-9C57-0A3777ED6F1A}"/>
    <dgm:cxn modelId="{2ECDFAD9-EC4B-457E-B100-10A7496B1E57}" type="presOf" srcId="{774AFC79-CD23-4BEB-9E44-FCE93EA80910}" destId="{919E56B5-2D3B-41B0-94CE-6E0FC91F60BB}" srcOrd="0" destOrd="0" presId="urn:microsoft.com/office/officeart/2005/8/layout/target1"/>
    <dgm:cxn modelId="{E099E142-EA70-4981-B6D5-EC6531D34178}" type="presParOf" srcId="{31ABA811-B01B-4A86-AEA2-DE4E24CC9F9B}" destId="{0B5F2074-28ED-4583-BC1B-B30F8EDA549C}" srcOrd="0" destOrd="0" presId="urn:microsoft.com/office/officeart/2005/8/layout/target1"/>
    <dgm:cxn modelId="{6756CA66-97C0-4F37-AF78-D426E05673D1}" type="presParOf" srcId="{31ABA811-B01B-4A86-AEA2-DE4E24CC9F9B}" destId="{EBDF5893-BAC0-4979-A088-E66A07758B56}" srcOrd="1" destOrd="0" presId="urn:microsoft.com/office/officeart/2005/8/layout/target1"/>
    <dgm:cxn modelId="{B7D3ED7E-6569-4E06-B075-DD4D3A858B3B}" type="presParOf" srcId="{31ABA811-B01B-4A86-AEA2-DE4E24CC9F9B}" destId="{6DC7700F-18CF-4523-90BA-0BC03C3FA80C}" srcOrd="2" destOrd="0" presId="urn:microsoft.com/office/officeart/2005/8/layout/target1"/>
    <dgm:cxn modelId="{97690EF0-6708-4FCB-8A8E-773C9A728546}" type="presParOf" srcId="{31ABA811-B01B-4A86-AEA2-DE4E24CC9F9B}" destId="{E02991AB-43C6-4A35-95AB-49A3E1D2D888}" srcOrd="3" destOrd="0" presId="urn:microsoft.com/office/officeart/2005/8/layout/target1"/>
    <dgm:cxn modelId="{89AA6771-C3EE-41A7-B774-A73C3F0356DA}" type="presParOf" srcId="{31ABA811-B01B-4A86-AEA2-DE4E24CC9F9B}" destId="{A4E1A699-2312-457C-B04E-95BC7D4AB2EF}" srcOrd="4" destOrd="0" presId="urn:microsoft.com/office/officeart/2005/8/layout/target1"/>
    <dgm:cxn modelId="{99C44ED5-C643-43DC-8998-EE9CABAC70FE}" type="presParOf" srcId="{31ABA811-B01B-4A86-AEA2-DE4E24CC9F9B}" destId="{919E56B5-2D3B-41B0-94CE-6E0FC91F60BB}" srcOrd="5" destOrd="0" presId="urn:microsoft.com/office/officeart/2005/8/layout/target1"/>
    <dgm:cxn modelId="{AF23B26D-3C18-4A3E-842D-9D598554BF7E}" type="presParOf" srcId="{31ABA811-B01B-4A86-AEA2-DE4E24CC9F9B}" destId="{0BDAC888-27CB-4860-91EA-75C9FB59A548}" srcOrd="6" destOrd="0" presId="urn:microsoft.com/office/officeart/2005/8/layout/target1"/>
    <dgm:cxn modelId="{94394779-25D1-4FBC-94F3-545C60B5A089}" type="presParOf" srcId="{31ABA811-B01B-4A86-AEA2-DE4E24CC9F9B}" destId="{25EC5706-8801-400B-8098-DCB932E80CF6}" srcOrd="7" destOrd="0" presId="urn:microsoft.com/office/officeart/2005/8/layout/target1"/>
    <dgm:cxn modelId="{637AC046-85ED-4F81-9463-83F4E6F91AF9}" type="presParOf" srcId="{31ABA811-B01B-4A86-AEA2-DE4E24CC9F9B}" destId="{4F1F6D33-DB64-4A91-B88C-F635DFC53F70}" srcOrd="8" destOrd="0" presId="urn:microsoft.com/office/officeart/2005/8/layout/target1"/>
    <dgm:cxn modelId="{9BC3A5E0-BF9D-44C8-9138-F5F7D68FFA59}" type="presParOf" srcId="{31ABA811-B01B-4A86-AEA2-DE4E24CC9F9B}" destId="{BAF897C8-8BC8-44A0-B7DA-8FB3F3C2AAA7}" srcOrd="9" destOrd="0" presId="urn:microsoft.com/office/officeart/2005/8/layout/target1"/>
    <dgm:cxn modelId="{1B65202C-1155-4EF3-94BD-5D05EE4FDFC5}" type="presParOf" srcId="{31ABA811-B01B-4A86-AEA2-DE4E24CC9F9B}" destId="{A7761CC3-E1D3-4400-87A6-3D76B6A43CE7}" srcOrd="10" destOrd="0" presId="urn:microsoft.com/office/officeart/2005/8/layout/target1"/>
    <dgm:cxn modelId="{07465D50-A01D-4DBA-9BB9-6837EE3C98F1}" type="presParOf" srcId="{31ABA811-B01B-4A86-AEA2-DE4E24CC9F9B}" destId="{1C46D2FB-9F55-41D9-9C48-8691C22264AE}" srcOrd="11" destOrd="0" presId="urn:microsoft.com/office/officeart/2005/8/layout/target1"/>
    <dgm:cxn modelId="{86B13398-0D51-467E-AFC8-29D6A930E259}" type="presParOf" srcId="{31ABA811-B01B-4A86-AEA2-DE4E24CC9F9B}" destId="{1D8D9404-555D-4964-BFD0-48BBF6315FA7}" srcOrd="12" destOrd="0" presId="urn:microsoft.com/office/officeart/2005/8/layout/target1"/>
    <dgm:cxn modelId="{57755F54-2094-43B9-8489-58E3DFBEA42D}" type="presParOf" srcId="{31ABA811-B01B-4A86-AEA2-DE4E24CC9F9B}" destId="{2B03AD4E-AE06-4384-B1CA-EECE70ED03AF}" srcOrd="13" destOrd="0" presId="urn:microsoft.com/office/officeart/2005/8/layout/target1"/>
    <dgm:cxn modelId="{7D0DD7BC-865F-498C-AA3A-C1345099D119}" type="presParOf" srcId="{31ABA811-B01B-4A86-AEA2-DE4E24CC9F9B}" destId="{574DEBBC-3A9A-4749-A4A0-8ECF1F6CA35E}" srcOrd="14" destOrd="0" presId="urn:microsoft.com/office/officeart/2005/8/layout/target1"/>
    <dgm:cxn modelId="{C27EFF82-3FFB-4B57-B748-581A2E3D4E5E}" type="presParOf" srcId="{31ABA811-B01B-4A86-AEA2-DE4E24CC9F9B}" destId="{948F1B32-4D37-48E5-A93F-6651BAEC5464}" srcOrd="15" destOrd="0" presId="urn:microsoft.com/office/officeart/2005/8/layout/target1"/>
    <dgm:cxn modelId="{346AFA5D-8B1E-4C65-908D-D46A9D273233}" type="presParOf" srcId="{31ABA811-B01B-4A86-AEA2-DE4E24CC9F9B}" destId="{68744FE6-BCD7-4036-91F4-3FC775A804C5}" srcOrd="16" destOrd="0" presId="urn:microsoft.com/office/officeart/2005/8/layout/target1"/>
    <dgm:cxn modelId="{F716CC2E-9BD3-4F51-B4EA-650CDC71447E}" type="presParOf" srcId="{31ABA811-B01B-4A86-AEA2-DE4E24CC9F9B}" destId="{80ED764C-2785-4240-ADDB-7BCDC35793BE}" srcOrd="17" destOrd="0" presId="urn:microsoft.com/office/officeart/2005/8/layout/target1"/>
    <dgm:cxn modelId="{A2634524-3AA1-4618-8FC6-D667F77A47EE}" type="presParOf" srcId="{31ABA811-B01B-4A86-AEA2-DE4E24CC9F9B}" destId="{8F8BAF5E-CA1E-478C-81B7-3FB0894F6230}" srcOrd="18" destOrd="0" presId="urn:microsoft.com/office/officeart/2005/8/layout/target1"/>
    <dgm:cxn modelId="{72C67FDE-310A-4975-A3F8-F1AFF8027DB9}" type="presParOf" srcId="{31ABA811-B01B-4A86-AEA2-DE4E24CC9F9B}" destId="{68AEE8A2-AF89-47C3-B1B1-7BDF5DD3F49B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8089516-9913-4193-9EC3-1D33845DD92D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ar-SA"/>
        </a:p>
      </dgm:t>
    </dgm:pt>
    <dgm:pt modelId="{73353A8E-EE93-492F-AF8F-017F1C8973FB}">
      <dgm:prSet phldrT="[نص]"/>
      <dgm:spPr/>
      <dgm:t>
        <a:bodyPr/>
        <a:lstStyle/>
        <a:p>
          <a:pPr algn="ctr" rtl="1">
            <a:buFont typeface="Arial"/>
            <a:buChar char="•"/>
          </a:pPr>
          <a:r>
            <a:rPr lang="ar-SA" dirty="0"/>
            <a:t>توصيل الحساسات بلوحة </a:t>
          </a:r>
          <a:r>
            <a:rPr lang="en-US" dirty="0"/>
            <a:t>Arduino Uno</a:t>
          </a:r>
          <a:endParaRPr lang="ar-SA" dirty="0"/>
        </a:p>
      </dgm:t>
    </dgm:pt>
    <dgm:pt modelId="{2BC9A7F7-FE86-4BC1-9F1E-499D831702CC}" type="parTrans" cxnId="{81619E0E-AAEB-4449-BA5A-2EAA6C2BEDB8}">
      <dgm:prSet/>
      <dgm:spPr/>
      <dgm:t>
        <a:bodyPr/>
        <a:lstStyle/>
        <a:p>
          <a:pPr rtl="1"/>
          <a:endParaRPr lang="ar-SA"/>
        </a:p>
      </dgm:t>
    </dgm:pt>
    <dgm:pt modelId="{F52D62C2-8ECD-4C6F-B12C-3F63C8BEF9C6}" type="sibTrans" cxnId="{81619E0E-AAEB-4449-BA5A-2EAA6C2BEDB8}">
      <dgm:prSet/>
      <dgm:spPr/>
      <dgm:t>
        <a:bodyPr/>
        <a:lstStyle/>
        <a:p>
          <a:pPr rtl="1"/>
          <a:endParaRPr lang="ar-SA"/>
        </a:p>
      </dgm:t>
    </dgm:pt>
    <dgm:pt modelId="{3FB5669A-B176-4A1F-8950-50A8965654AC}">
      <dgm:prSet phldrT="[نص]"/>
      <dgm:spPr/>
      <dgm:t>
        <a:bodyPr/>
        <a:lstStyle/>
        <a:p>
          <a:pPr algn="ctr" rtl="1">
            <a:buFont typeface="Arial"/>
            <a:buChar char="•"/>
          </a:pPr>
          <a:r>
            <a:rPr lang="ar-SA" dirty="0"/>
            <a:t>توصيل محرك السيرفو وقارئ البطاقة الذكية</a:t>
          </a:r>
        </a:p>
      </dgm:t>
    </dgm:pt>
    <dgm:pt modelId="{6A72DDB6-226F-4DF6-87EC-0D980DF15109}" type="parTrans" cxnId="{A0B97376-0952-4236-8C34-B862C50C6104}">
      <dgm:prSet/>
      <dgm:spPr/>
      <dgm:t>
        <a:bodyPr/>
        <a:lstStyle/>
        <a:p>
          <a:pPr rtl="1"/>
          <a:endParaRPr lang="ar-SA"/>
        </a:p>
      </dgm:t>
    </dgm:pt>
    <dgm:pt modelId="{D141F018-4C1E-49F4-AD2D-517BDF95C260}" type="sibTrans" cxnId="{A0B97376-0952-4236-8C34-B862C50C6104}">
      <dgm:prSet/>
      <dgm:spPr/>
      <dgm:t>
        <a:bodyPr/>
        <a:lstStyle/>
        <a:p>
          <a:pPr rtl="1"/>
          <a:endParaRPr lang="ar-SA"/>
        </a:p>
      </dgm:t>
    </dgm:pt>
    <dgm:pt modelId="{FDEA9325-4E9E-454C-9EAF-E52EEBE49F99}">
      <dgm:prSet phldrT="[نص]"/>
      <dgm:spPr/>
      <dgm:t>
        <a:bodyPr/>
        <a:lstStyle/>
        <a:p>
          <a:pPr algn="ctr" rtl="1">
            <a:buFont typeface="Arial"/>
            <a:buChar char="•"/>
          </a:pPr>
          <a:r>
            <a:rPr lang="ar-SA" dirty="0"/>
            <a:t>ربط وحدة </a:t>
          </a:r>
          <a:r>
            <a:rPr lang="en-US" dirty="0"/>
            <a:t>ESP8266 </a:t>
          </a:r>
          <a:r>
            <a:rPr lang="ar-SA" dirty="0"/>
            <a:t>بالنظام</a:t>
          </a:r>
        </a:p>
      </dgm:t>
    </dgm:pt>
    <dgm:pt modelId="{3E17B871-1177-4F6F-839B-5E5201B3D85E}" type="parTrans" cxnId="{233C2FAF-6BCA-4336-9938-4CC39E4AACEA}">
      <dgm:prSet/>
      <dgm:spPr/>
      <dgm:t>
        <a:bodyPr/>
        <a:lstStyle/>
        <a:p>
          <a:pPr rtl="1"/>
          <a:endParaRPr lang="ar-SA"/>
        </a:p>
      </dgm:t>
    </dgm:pt>
    <dgm:pt modelId="{C1DD9E11-E77F-49A0-AF2C-643FA186A0D4}" type="sibTrans" cxnId="{233C2FAF-6BCA-4336-9938-4CC39E4AACEA}">
      <dgm:prSet/>
      <dgm:spPr/>
      <dgm:t>
        <a:bodyPr/>
        <a:lstStyle/>
        <a:p>
          <a:pPr rtl="1"/>
          <a:endParaRPr lang="ar-SA"/>
        </a:p>
      </dgm:t>
    </dgm:pt>
    <dgm:pt modelId="{EA29DC1B-E383-4BC3-AF50-E024E6F3B507}">
      <dgm:prSet/>
      <dgm:spPr/>
      <dgm:t>
        <a:bodyPr/>
        <a:lstStyle/>
        <a:p>
          <a:pPr algn="ctr" rtl="1"/>
          <a:r>
            <a:rPr lang="ar-SA"/>
            <a:t>برمجة النظام باستخدام </a:t>
          </a:r>
          <a:r>
            <a:rPr lang="en-US"/>
            <a:t>Arduino IDE</a:t>
          </a:r>
          <a:endParaRPr lang="ar-SA" dirty="0"/>
        </a:p>
      </dgm:t>
    </dgm:pt>
    <dgm:pt modelId="{28175EB1-BFB5-4378-944A-97EA14146A01}" type="parTrans" cxnId="{5CDD4D44-E550-40BA-AE01-A080EFA6E266}">
      <dgm:prSet/>
      <dgm:spPr/>
      <dgm:t>
        <a:bodyPr/>
        <a:lstStyle/>
        <a:p>
          <a:pPr rtl="1"/>
          <a:endParaRPr lang="ar-SA"/>
        </a:p>
      </dgm:t>
    </dgm:pt>
    <dgm:pt modelId="{0E445398-C802-4F1C-9A8F-FB01FA538EF4}" type="sibTrans" cxnId="{5CDD4D44-E550-40BA-AE01-A080EFA6E266}">
      <dgm:prSet/>
      <dgm:spPr/>
      <dgm:t>
        <a:bodyPr/>
        <a:lstStyle/>
        <a:p>
          <a:pPr rtl="1"/>
          <a:endParaRPr lang="ar-SA"/>
        </a:p>
      </dgm:t>
    </dgm:pt>
    <dgm:pt modelId="{E204DF7F-C0DD-4F10-8347-7531D36C46FE}">
      <dgm:prSet/>
      <dgm:spPr/>
      <dgm:t>
        <a:bodyPr/>
        <a:lstStyle/>
        <a:p>
          <a:pPr algn="ctr" rtl="1"/>
          <a:r>
            <a:rPr lang="ar-SA"/>
            <a:t>اختبار كل مكون بشكل منفصل</a:t>
          </a:r>
          <a:endParaRPr lang="ar-SA" dirty="0"/>
        </a:p>
      </dgm:t>
    </dgm:pt>
    <dgm:pt modelId="{2AABF5D8-EA8E-4D6F-91C7-F7FC83A22EF6}" type="parTrans" cxnId="{A56D0F65-C558-4E47-A526-CF59B9A9A2A8}">
      <dgm:prSet/>
      <dgm:spPr/>
      <dgm:t>
        <a:bodyPr/>
        <a:lstStyle/>
        <a:p>
          <a:pPr rtl="1"/>
          <a:endParaRPr lang="ar-SA"/>
        </a:p>
      </dgm:t>
    </dgm:pt>
    <dgm:pt modelId="{884CBBA0-7194-4ECB-AF9B-305D12E33F62}" type="sibTrans" cxnId="{A56D0F65-C558-4E47-A526-CF59B9A9A2A8}">
      <dgm:prSet/>
      <dgm:spPr/>
      <dgm:t>
        <a:bodyPr/>
        <a:lstStyle/>
        <a:p>
          <a:pPr rtl="1"/>
          <a:endParaRPr lang="ar-SA"/>
        </a:p>
      </dgm:t>
    </dgm:pt>
    <dgm:pt modelId="{15A5B693-44E2-49D5-96D0-9E8703F1A150}">
      <dgm:prSet/>
      <dgm:spPr/>
      <dgm:t>
        <a:bodyPr/>
        <a:lstStyle/>
        <a:p>
          <a:pPr algn="ctr" rtl="1"/>
          <a:r>
            <a:rPr lang="ar-SA"/>
            <a:t>تشغيل النظام واختباره بشكل كامل</a:t>
          </a:r>
          <a:endParaRPr lang="ar-EG" b="1" dirty="0">
            <a:solidFill>
              <a:srgbClr val="414042"/>
            </a:solidFill>
            <a:latin typeface="Vazir Medium"/>
            <a:ea typeface="Vazir Medium"/>
            <a:cs typeface="Vazir Medium"/>
            <a:sym typeface="Vazir Medium"/>
            <a:rtl/>
          </a:endParaRPr>
        </a:p>
      </dgm:t>
    </dgm:pt>
    <dgm:pt modelId="{BDDF8EBD-AADE-4732-BDF8-9D7D1C72BA03}" type="parTrans" cxnId="{950908AD-DCD0-4EC1-856B-31BA85E500FE}">
      <dgm:prSet/>
      <dgm:spPr/>
      <dgm:t>
        <a:bodyPr/>
        <a:lstStyle/>
        <a:p>
          <a:pPr rtl="1"/>
          <a:endParaRPr lang="ar-SA"/>
        </a:p>
      </dgm:t>
    </dgm:pt>
    <dgm:pt modelId="{C198D6FE-7B01-464F-B6EF-05C0550950AE}" type="sibTrans" cxnId="{950908AD-DCD0-4EC1-856B-31BA85E500FE}">
      <dgm:prSet/>
      <dgm:spPr/>
      <dgm:t>
        <a:bodyPr/>
        <a:lstStyle/>
        <a:p>
          <a:pPr rtl="1"/>
          <a:endParaRPr lang="ar-SA"/>
        </a:p>
      </dgm:t>
    </dgm:pt>
    <dgm:pt modelId="{5B7DBBE4-ADA0-4C20-9454-AC11EC79A921}" type="pres">
      <dgm:prSet presAssocID="{C8089516-9913-4193-9EC3-1D33845DD92D}" presName="Name0" presStyleCnt="0">
        <dgm:presLayoutVars>
          <dgm:chMax val="7"/>
          <dgm:chPref val="7"/>
          <dgm:dir/>
        </dgm:presLayoutVars>
      </dgm:prSet>
      <dgm:spPr/>
    </dgm:pt>
    <dgm:pt modelId="{E4BBB9B5-FB8D-4957-97DC-D5E039F517CB}" type="pres">
      <dgm:prSet presAssocID="{C8089516-9913-4193-9EC3-1D33845DD92D}" presName="Name1" presStyleCnt="0"/>
      <dgm:spPr/>
    </dgm:pt>
    <dgm:pt modelId="{7E35D983-C169-4813-9C93-C224DCD6BACF}" type="pres">
      <dgm:prSet presAssocID="{C8089516-9913-4193-9EC3-1D33845DD92D}" presName="cycle" presStyleCnt="0"/>
      <dgm:spPr/>
    </dgm:pt>
    <dgm:pt modelId="{9DFE448D-BCF1-4A32-94F2-419D2B82C9E2}" type="pres">
      <dgm:prSet presAssocID="{C8089516-9913-4193-9EC3-1D33845DD92D}" presName="srcNode" presStyleLbl="node1" presStyleIdx="0" presStyleCnt="6"/>
      <dgm:spPr/>
    </dgm:pt>
    <dgm:pt modelId="{8A2912A2-4FBB-4CF0-98E7-76FE4F89EFCE}" type="pres">
      <dgm:prSet presAssocID="{C8089516-9913-4193-9EC3-1D33845DD92D}" presName="conn" presStyleLbl="parChTrans1D2" presStyleIdx="0" presStyleCnt="1"/>
      <dgm:spPr/>
    </dgm:pt>
    <dgm:pt modelId="{46BCD0F3-0D62-4052-9D93-1A0F72D4AFA5}" type="pres">
      <dgm:prSet presAssocID="{C8089516-9913-4193-9EC3-1D33845DD92D}" presName="extraNode" presStyleLbl="node1" presStyleIdx="0" presStyleCnt="6"/>
      <dgm:spPr/>
    </dgm:pt>
    <dgm:pt modelId="{15646E35-B142-4783-A924-0A89B88C3E7C}" type="pres">
      <dgm:prSet presAssocID="{C8089516-9913-4193-9EC3-1D33845DD92D}" presName="dstNode" presStyleLbl="node1" presStyleIdx="0" presStyleCnt="6"/>
      <dgm:spPr/>
    </dgm:pt>
    <dgm:pt modelId="{301BFA44-320F-4A13-BAFC-95201607261B}" type="pres">
      <dgm:prSet presAssocID="{73353A8E-EE93-492F-AF8F-017F1C8973FB}" presName="text_1" presStyleLbl="node1" presStyleIdx="0" presStyleCnt="6">
        <dgm:presLayoutVars>
          <dgm:bulletEnabled val="1"/>
        </dgm:presLayoutVars>
      </dgm:prSet>
      <dgm:spPr/>
    </dgm:pt>
    <dgm:pt modelId="{483B46B1-D6D0-45D1-A22B-5D74E91223E0}" type="pres">
      <dgm:prSet presAssocID="{73353A8E-EE93-492F-AF8F-017F1C8973FB}" presName="accent_1" presStyleCnt="0"/>
      <dgm:spPr/>
    </dgm:pt>
    <dgm:pt modelId="{7C7A2D81-C5F9-4EC8-9134-55B5F7402F38}" type="pres">
      <dgm:prSet presAssocID="{73353A8E-EE93-492F-AF8F-017F1C8973FB}" presName="accentRepeatNode" presStyleLbl="solidFgAcc1" presStyleIdx="0" presStyleCnt="6"/>
      <dgm:spPr/>
    </dgm:pt>
    <dgm:pt modelId="{3E05BDB6-B6EE-4EBC-9A8F-B7100A0865CF}" type="pres">
      <dgm:prSet presAssocID="{3FB5669A-B176-4A1F-8950-50A8965654AC}" presName="text_2" presStyleLbl="node1" presStyleIdx="1" presStyleCnt="6">
        <dgm:presLayoutVars>
          <dgm:bulletEnabled val="1"/>
        </dgm:presLayoutVars>
      </dgm:prSet>
      <dgm:spPr/>
    </dgm:pt>
    <dgm:pt modelId="{42EC8ABA-4D37-4B8D-A6F3-8864F8D1523C}" type="pres">
      <dgm:prSet presAssocID="{3FB5669A-B176-4A1F-8950-50A8965654AC}" presName="accent_2" presStyleCnt="0"/>
      <dgm:spPr/>
    </dgm:pt>
    <dgm:pt modelId="{9AC2A481-0C89-4FB9-A6CB-B49AF1B72BD0}" type="pres">
      <dgm:prSet presAssocID="{3FB5669A-B176-4A1F-8950-50A8965654AC}" presName="accentRepeatNode" presStyleLbl="solidFgAcc1" presStyleIdx="1" presStyleCnt="6"/>
      <dgm:spPr/>
    </dgm:pt>
    <dgm:pt modelId="{5F1301B0-1FDB-46DA-9079-B23206DC2681}" type="pres">
      <dgm:prSet presAssocID="{FDEA9325-4E9E-454C-9EAF-E52EEBE49F99}" presName="text_3" presStyleLbl="node1" presStyleIdx="2" presStyleCnt="6">
        <dgm:presLayoutVars>
          <dgm:bulletEnabled val="1"/>
        </dgm:presLayoutVars>
      </dgm:prSet>
      <dgm:spPr/>
    </dgm:pt>
    <dgm:pt modelId="{96F6E956-FF3B-4651-8C3B-36C0BACC26EA}" type="pres">
      <dgm:prSet presAssocID="{FDEA9325-4E9E-454C-9EAF-E52EEBE49F99}" presName="accent_3" presStyleCnt="0"/>
      <dgm:spPr/>
    </dgm:pt>
    <dgm:pt modelId="{B035182F-6A00-4C2B-A3E6-16DF5F81569E}" type="pres">
      <dgm:prSet presAssocID="{FDEA9325-4E9E-454C-9EAF-E52EEBE49F99}" presName="accentRepeatNode" presStyleLbl="solidFgAcc1" presStyleIdx="2" presStyleCnt="6"/>
      <dgm:spPr/>
    </dgm:pt>
    <dgm:pt modelId="{C596EC1D-3E76-4B7E-A87F-452335069D91}" type="pres">
      <dgm:prSet presAssocID="{EA29DC1B-E383-4BC3-AF50-E024E6F3B507}" presName="text_4" presStyleLbl="node1" presStyleIdx="3" presStyleCnt="6">
        <dgm:presLayoutVars>
          <dgm:bulletEnabled val="1"/>
        </dgm:presLayoutVars>
      </dgm:prSet>
      <dgm:spPr/>
    </dgm:pt>
    <dgm:pt modelId="{D0F1BD98-26CE-48A4-B62E-D72C47CD6E15}" type="pres">
      <dgm:prSet presAssocID="{EA29DC1B-E383-4BC3-AF50-E024E6F3B507}" presName="accent_4" presStyleCnt="0"/>
      <dgm:spPr/>
    </dgm:pt>
    <dgm:pt modelId="{2E381603-70AE-411E-B34A-9A1B28254110}" type="pres">
      <dgm:prSet presAssocID="{EA29DC1B-E383-4BC3-AF50-E024E6F3B507}" presName="accentRepeatNode" presStyleLbl="solidFgAcc1" presStyleIdx="3" presStyleCnt="6"/>
      <dgm:spPr/>
    </dgm:pt>
    <dgm:pt modelId="{73EE847A-6E5E-47ED-A247-0008D9E05E83}" type="pres">
      <dgm:prSet presAssocID="{E204DF7F-C0DD-4F10-8347-7531D36C46FE}" presName="text_5" presStyleLbl="node1" presStyleIdx="4" presStyleCnt="6">
        <dgm:presLayoutVars>
          <dgm:bulletEnabled val="1"/>
        </dgm:presLayoutVars>
      </dgm:prSet>
      <dgm:spPr/>
    </dgm:pt>
    <dgm:pt modelId="{BE787E95-08C4-4DCC-9D9A-7EBA4E573FC5}" type="pres">
      <dgm:prSet presAssocID="{E204DF7F-C0DD-4F10-8347-7531D36C46FE}" presName="accent_5" presStyleCnt="0"/>
      <dgm:spPr/>
    </dgm:pt>
    <dgm:pt modelId="{2DB66B47-6335-46AE-864C-2CB94F30C27B}" type="pres">
      <dgm:prSet presAssocID="{E204DF7F-C0DD-4F10-8347-7531D36C46FE}" presName="accentRepeatNode" presStyleLbl="solidFgAcc1" presStyleIdx="4" presStyleCnt="6"/>
      <dgm:spPr/>
    </dgm:pt>
    <dgm:pt modelId="{48E04761-5AF1-448F-9CEE-7EEA15D64332}" type="pres">
      <dgm:prSet presAssocID="{15A5B693-44E2-49D5-96D0-9E8703F1A150}" presName="text_6" presStyleLbl="node1" presStyleIdx="5" presStyleCnt="6">
        <dgm:presLayoutVars>
          <dgm:bulletEnabled val="1"/>
        </dgm:presLayoutVars>
      </dgm:prSet>
      <dgm:spPr/>
    </dgm:pt>
    <dgm:pt modelId="{AF4439D3-95F2-4D77-975B-F58F3A41B624}" type="pres">
      <dgm:prSet presAssocID="{15A5B693-44E2-49D5-96D0-9E8703F1A150}" presName="accent_6" presStyleCnt="0"/>
      <dgm:spPr/>
    </dgm:pt>
    <dgm:pt modelId="{7E30CA3F-8CD7-4550-A2FE-EB509448D789}" type="pres">
      <dgm:prSet presAssocID="{15A5B693-44E2-49D5-96D0-9E8703F1A150}" presName="accentRepeatNode" presStyleLbl="solidFgAcc1" presStyleIdx="5" presStyleCnt="6"/>
      <dgm:spPr/>
    </dgm:pt>
  </dgm:ptLst>
  <dgm:cxnLst>
    <dgm:cxn modelId="{81619E0E-AAEB-4449-BA5A-2EAA6C2BEDB8}" srcId="{C8089516-9913-4193-9EC3-1D33845DD92D}" destId="{73353A8E-EE93-492F-AF8F-017F1C8973FB}" srcOrd="0" destOrd="0" parTransId="{2BC9A7F7-FE86-4BC1-9F1E-499D831702CC}" sibTransId="{F52D62C2-8ECD-4C6F-B12C-3F63C8BEF9C6}"/>
    <dgm:cxn modelId="{06F5323F-F599-4D72-A668-CEBD60DF5D78}" type="presOf" srcId="{15A5B693-44E2-49D5-96D0-9E8703F1A150}" destId="{48E04761-5AF1-448F-9CEE-7EEA15D64332}" srcOrd="0" destOrd="0" presId="urn:microsoft.com/office/officeart/2008/layout/VerticalCurvedList"/>
    <dgm:cxn modelId="{5CDD4D44-E550-40BA-AE01-A080EFA6E266}" srcId="{C8089516-9913-4193-9EC3-1D33845DD92D}" destId="{EA29DC1B-E383-4BC3-AF50-E024E6F3B507}" srcOrd="3" destOrd="0" parTransId="{28175EB1-BFB5-4378-944A-97EA14146A01}" sibTransId="{0E445398-C802-4F1C-9A8F-FB01FA538EF4}"/>
    <dgm:cxn modelId="{A56D0F65-C558-4E47-A526-CF59B9A9A2A8}" srcId="{C8089516-9913-4193-9EC3-1D33845DD92D}" destId="{E204DF7F-C0DD-4F10-8347-7531D36C46FE}" srcOrd="4" destOrd="0" parTransId="{2AABF5D8-EA8E-4D6F-91C7-F7FC83A22EF6}" sibTransId="{884CBBA0-7194-4ECB-AF9B-305D12E33F62}"/>
    <dgm:cxn modelId="{FCBFB650-27AF-4A19-88D0-997D6F52F97E}" type="presOf" srcId="{FDEA9325-4E9E-454C-9EAF-E52EEBE49F99}" destId="{5F1301B0-1FDB-46DA-9079-B23206DC2681}" srcOrd="0" destOrd="0" presId="urn:microsoft.com/office/officeart/2008/layout/VerticalCurvedList"/>
    <dgm:cxn modelId="{A0B97376-0952-4236-8C34-B862C50C6104}" srcId="{C8089516-9913-4193-9EC3-1D33845DD92D}" destId="{3FB5669A-B176-4A1F-8950-50A8965654AC}" srcOrd="1" destOrd="0" parTransId="{6A72DDB6-226F-4DF6-87EC-0D980DF15109}" sibTransId="{D141F018-4C1E-49F4-AD2D-517BDF95C260}"/>
    <dgm:cxn modelId="{81E57E76-43F7-40AA-92D0-B117E0F877BD}" type="presOf" srcId="{C8089516-9913-4193-9EC3-1D33845DD92D}" destId="{5B7DBBE4-ADA0-4C20-9454-AC11EC79A921}" srcOrd="0" destOrd="0" presId="urn:microsoft.com/office/officeart/2008/layout/VerticalCurvedList"/>
    <dgm:cxn modelId="{6BFF917E-218C-440F-990D-9CE1B691EAE2}" type="presOf" srcId="{73353A8E-EE93-492F-AF8F-017F1C8973FB}" destId="{301BFA44-320F-4A13-BAFC-95201607261B}" srcOrd="0" destOrd="0" presId="urn:microsoft.com/office/officeart/2008/layout/VerticalCurvedList"/>
    <dgm:cxn modelId="{950908AD-DCD0-4EC1-856B-31BA85E500FE}" srcId="{C8089516-9913-4193-9EC3-1D33845DD92D}" destId="{15A5B693-44E2-49D5-96D0-9E8703F1A150}" srcOrd="5" destOrd="0" parTransId="{BDDF8EBD-AADE-4732-BDF8-9D7D1C72BA03}" sibTransId="{C198D6FE-7B01-464F-B6EF-05C0550950AE}"/>
    <dgm:cxn modelId="{233C2FAF-6BCA-4336-9938-4CC39E4AACEA}" srcId="{C8089516-9913-4193-9EC3-1D33845DD92D}" destId="{FDEA9325-4E9E-454C-9EAF-E52EEBE49F99}" srcOrd="2" destOrd="0" parTransId="{3E17B871-1177-4F6F-839B-5E5201B3D85E}" sibTransId="{C1DD9E11-E77F-49A0-AF2C-643FA186A0D4}"/>
    <dgm:cxn modelId="{91CA32C6-200D-45A2-83F8-83FEA4559196}" type="presOf" srcId="{E204DF7F-C0DD-4F10-8347-7531D36C46FE}" destId="{73EE847A-6E5E-47ED-A247-0008D9E05E83}" srcOrd="0" destOrd="0" presId="urn:microsoft.com/office/officeart/2008/layout/VerticalCurvedList"/>
    <dgm:cxn modelId="{D61623CC-9BDB-4D07-BFA6-5B3175915E5A}" type="presOf" srcId="{3FB5669A-B176-4A1F-8950-50A8965654AC}" destId="{3E05BDB6-B6EE-4EBC-9A8F-B7100A0865CF}" srcOrd="0" destOrd="0" presId="urn:microsoft.com/office/officeart/2008/layout/VerticalCurvedList"/>
    <dgm:cxn modelId="{81E57BD5-714F-449E-9F12-B162A43EABB1}" type="presOf" srcId="{EA29DC1B-E383-4BC3-AF50-E024E6F3B507}" destId="{C596EC1D-3E76-4B7E-A87F-452335069D91}" srcOrd="0" destOrd="0" presId="urn:microsoft.com/office/officeart/2008/layout/VerticalCurvedList"/>
    <dgm:cxn modelId="{99AB89E8-D326-48A1-B7DB-891DE0F1D0AE}" type="presOf" srcId="{F52D62C2-8ECD-4C6F-B12C-3F63C8BEF9C6}" destId="{8A2912A2-4FBB-4CF0-98E7-76FE4F89EFCE}" srcOrd="0" destOrd="0" presId="urn:microsoft.com/office/officeart/2008/layout/VerticalCurvedList"/>
    <dgm:cxn modelId="{18EDB715-D8C7-487C-94F1-E3DE9BE08B78}" type="presParOf" srcId="{5B7DBBE4-ADA0-4C20-9454-AC11EC79A921}" destId="{E4BBB9B5-FB8D-4957-97DC-D5E039F517CB}" srcOrd="0" destOrd="0" presId="urn:microsoft.com/office/officeart/2008/layout/VerticalCurvedList"/>
    <dgm:cxn modelId="{EE72BF21-CCA9-4261-BF21-53637449E3E0}" type="presParOf" srcId="{E4BBB9B5-FB8D-4957-97DC-D5E039F517CB}" destId="{7E35D983-C169-4813-9C93-C224DCD6BACF}" srcOrd="0" destOrd="0" presId="urn:microsoft.com/office/officeart/2008/layout/VerticalCurvedList"/>
    <dgm:cxn modelId="{E324C3EF-2801-4C74-A25B-63EEAE6E01ED}" type="presParOf" srcId="{7E35D983-C169-4813-9C93-C224DCD6BACF}" destId="{9DFE448D-BCF1-4A32-94F2-419D2B82C9E2}" srcOrd="0" destOrd="0" presId="urn:microsoft.com/office/officeart/2008/layout/VerticalCurvedList"/>
    <dgm:cxn modelId="{0667AFA5-C27E-497B-8C0D-F935BB4938DD}" type="presParOf" srcId="{7E35D983-C169-4813-9C93-C224DCD6BACF}" destId="{8A2912A2-4FBB-4CF0-98E7-76FE4F89EFCE}" srcOrd="1" destOrd="0" presId="urn:microsoft.com/office/officeart/2008/layout/VerticalCurvedList"/>
    <dgm:cxn modelId="{5DBF4338-566B-4996-BC07-51613D42DFD7}" type="presParOf" srcId="{7E35D983-C169-4813-9C93-C224DCD6BACF}" destId="{46BCD0F3-0D62-4052-9D93-1A0F72D4AFA5}" srcOrd="2" destOrd="0" presId="urn:microsoft.com/office/officeart/2008/layout/VerticalCurvedList"/>
    <dgm:cxn modelId="{7DF7F1AF-B13E-4704-A927-1693AE03A451}" type="presParOf" srcId="{7E35D983-C169-4813-9C93-C224DCD6BACF}" destId="{15646E35-B142-4783-A924-0A89B88C3E7C}" srcOrd="3" destOrd="0" presId="urn:microsoft.com/office/officeart/2008/layout/VerticalCurvedList"/>
    <dgm:cxn modelId="{72FD3EAB-2F26-4E3D-8187-7E535F106781}" type="presParOf" srcId="{E4BBB9B5-FB8D-4957-97DC-D5E039F517CB}" destId="{301BFA44-320F-4A13-BAFC-95201607261B}" srcOrd="1" destOrd="0" presId="urn:microsoft.com/office/officeart/2008/layout/VerticalCurvedList"/>
    <dgm:cxn modelId="{10DEC109-C4AA-4FBC-AAC9-85EE50BA466C}" type="presParOf" srcId="{E4BBB9B5-FB8D-4957-97DC-D5E039F517CB}" destId="{483B46B1-D6D0-45D1-A22B-5D74E91223E0}" srcOrd="2" destOrd="0" presId="urn:microsoft.com/office/officeart/2008/layout/VerticalCurvedList"/>
    <dgm:cxn modelId="{068C5C92-5909-4668-B0A5-9ADFDE5DAC73}" type="presParOf" srcId="{483B46B1-D6D0-45D1-A22B-5D74E91223E0}" destId="{7C7A2D81-C5F9-4EC8-9134-55B5F7402F38}" srcOrd="0" destOrd="0" presId="urn:microsoft.com/office/officeart/2008/layout/VerticalCurvedList"/>
    <dgm:cxn modelId="{A33CC68D-F0B3-4F56-AC12-52A6B7FC3BF0}" type="presParOf" srcId="{E4BBB9B5-FB8D-4957-97DC-D5E039F517CB}" destId="{3E05BDB6-B6EE-4EBC-9A8F-B7100A0865CF}" srcOrd="3" destOrd="0" presId="urn:microsoft.com/office/officeart/2008/layout/VerticalCurvedList"/>
    <dgm:cxn modelId="{9A060B97-43E6-437F-A7FB-A17990492233}" type="presParOf" srcId="{E4BBB9B5-FB8D-4957-97DC-D5E039F517CB}" destId="{42EC8ABA-4D37-4B8D-A6F3-8864F8D1523C}" srcOrd="4" destOrd="0" presId="urn:microsoft.com/office/officeart/2008/layout/VerticalCurvedList"/>
    <dgm:cxn modelId="{598B45F8-6ED0-449F-AC10-FFC1E1E8EF61}" type="presParOf" srcId="{42EC8ABA-4D37-4B8D-A6F3-8864F8D1523C}" destId="{9AC2A481-0C89-4FB9-A6CB-B49AF1B72BD0}" srcOrd="0" destOrd="0" presId="urn:microsoft.com/office/officeart/2008/layout/VerticalCurvedList"/>
    <dgm:cxn modelId="{F257896A-C33D-4B96-9B73-BA314186C6EF}" type="presParOf" srcId="{E4BBB9B5-FB8D-4957-97DC-D5E039F517CB}" destId="{5F1301B0-1FDB-46DA-9079-B23206DC2681}" srcOrd="5" destOrd="0" presId="urn:microsoft.com/office/officeart/2008/layout/VerticalCurvedList"/>
    <dgm:cxn modelId="{32C7C33D-DE17-467A-B16E-A4596EB7F61D}" type="presParOf" srcId="{E4BBB9B5-FB8D-4957-97DC-D5E039F517CB}" destId="{96F6E956-FF3B-4651-8C3B-36C0BACC26EA}" srcOrd="6" destOrd="0" presId="urn:microsoft.com/office/officeart/2008/layout/VerticalCurvedList"/>
    <dgm:cxn modelId="{4F3A46AA-8354-4875-B161-4D6F32A19D5C}" type="presParOf" srcId="{96F6E956-FF3B-4651-8C3B-36C0BACC26EA}" destId="{B035182F-6A00-4C2B-A3E6-16DF5F81569E}" srcOrd="0" destOrd="0" presId="urn:microsoft.com/office/officeart/2008/layout/VerticalCurvedList"/>
    <dgm:cxn modelId="{0C689770-54CF-455B-A964-ADD5DF457F06}" type="presParOf" srcId="{E4BBB9B5-FB8D-4957-97DC-D5E039F517CB}" destId="{C596EC1D-3E76-4B7E-A87F-452335069D91}" srcOrd="7" destOrd="0" presId="urn:microsoft.com/office/officeart/2008/layout/VerticalCurvedList"/>
    <dgm:cxn modelId="{08CAB3F9-3576-45E6-8824-9B03483D6A81}" type="presParOf" srcId="{E4BBB9B5-FB8D-4957-97DC-D5E039F517CB}" destId="{D0F1BD98-26CE-48A4-B62E-D72C47CD6E15}" srcOrd="8" destOrd="0" presId="urn:microsoft.com/office/officeart/2008/layout/VerticalCurvedList"/>
    <dgm:cxn modelId="{C7EBAF3B-F678-438D-9938-E4F3B134724F}" type="presParOf" srcId="{D0F1BD98-26CE-48A4-B62E-D72C47CD6E15}" destId="{2E381603-70AE-411E-B34A-9A1B28254110}" srcOrd="0" destOrd="0" presId="urn:microsoft.com/office/officeart/2008/layout/VerticalCurvedList"/>
    <dgm:cxn modelId="{F75F69AA-2BBF-4B6E-82BA-D09C820BAD09}" type="presParOf" srcId="{E4BBB9B5-FB8D-4957-97DC-D5E039F517CB}" destId="{73EE847A-6E5E-47ED-A247-0008D9E05E83}" srcOrd="9" destOrd="0" presId="urn:microsoft.com/office/officeart/2008/layout/VerticalCurvedList"/>
    <dgm:cxn modelId="{D3B77AEB-0DDD-4F3A-A219-025A33E4EF7D}" type="presParOf" srcId="{E4BBB9B5-FB8D-4957-97DC-D5E039F517CB}" destId="{BE787E95-08C4-4DCC-9D9A-7EBA4E573FC5}" srcOrd="10" destOrd="0" presId="urn:microsoft.com/office/officeart/2008/layout/VerticalCurvedList"/>
    <dgm:cxn modelId="{6102B755-C9A4-470E-ADE6-3A8BDD1182DD}" type="presParOf" srcId="{BE787E95-08C4-4DCC-9D9A-7EBA4E573FC5}" destId="{2DB66B47-6335-46AE-864C-2CB94F30C27B}" srcOrd="0" destOrd="0" presId="urn:microsoft.com/office/officeart/2008/layout/VerticalCurvedList"/>
    <dgm:cxn modelId="{ABB0FC4C-6782-4DDC-8900-DB597E21AD32}" type="presParOf" srcId="{E4BBB9B5-FB8D-4957-97DC-D5E039F517CB}" destId="{48E04761-5AF1-448F-9CEE-7EEA15D64332}" srcOrd="11" destOrd="0" presId="urn:microsoft.com/office/officeart/2008/layout/VerticalCurvedList"/>
    <dgm:cxn modelId="{6F3ED894-FADD-427E-81B9-4A45B7F5CD48}" type="presParOf" srcId="{E4BBB9B5-FB8D-4957-97DC-D5E039F517CB}" destId="{AF4439D3-95F2-4D77-975B-F58F3A41B624}" srcOrd="12" destOrd="0" presId="urn:microsoft.com/office/officeart/2008/layout/VerticalCurvedList"/>
    <dgm:cxn modelId="{9538A24B-69AA-4EEF-9673-33B85027DD75}" type="presParOf" srcId="{AF4439D3-95F2-4D77-975B-F58F3A41B624}" destId="{7E30CA3F-8CD7-4550-A2FE-EB509448D78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82169D1-3BD6-4138-9E9C-17CE1DB0AA70}" type="doc">
      <dgm:prSet loTypeId="urn:microsoft.com/office/officeart/2009/3/layout/Pi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ar-SA"/>
        </a:p>
      </dgm:t>
    </dgm:pt>
    <dgm:pt modelId="{1430BAAE-7148-4040-B5E1-4A6B2B55E535}">
      <dgm:prSet phldrT="[نص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ar-SA" sz="3600" b="0" dirty="0"/>
            <a:t>تحسين مستوى الأمان والسلامة</a:t>
          </a:r>
        </a:p>
      </dgm:t>
    </dgm:pt>
    <dgm:pt modelId="{49E1417A-652F-409F-9A59-BF4AED24857C}" type="parTrans" cxnId="{A63355AC-BCB7-482D-BDBD-88864933F935}">
      <dgm:prSet/>
      <dgm:spPr/>
      <dgm:t>
        <a:bodyPr/>
        <a:lstStyle/>
        <a:p>
          <a:pPr rtl="1"/>
          <a:endParaRPr lang="ar-SA"/>
        </a:p>
      </dgm:t>
    </dgm:pt>
    <dgm:pt modelId="{11656877-BD85-4923-8B3D-782B011C5B54}" type="sibTrans" cxnId="{A63355AC-BCB7-482D-BDBD-88864933F935}">
      <dgm:prSet/>
      <dgm:spPr/>
      <dgm:t>
        <a:bodyPr/>
        <a:lstStyle/>
        <a:p>
          <a:pPr rtl="1"/>
          <a:endParaRPr lang="ar-SA"/>
        </a:p>
      </dgm:t>
    </dgm:pt>
    <dgm:pt modelId="{9DB95B07-0F58-4A14-8593-F187CDDD8315}">
      <dgm:prSet phldrT="[نص]" custT="1"/>
      <dgm:spPr/>
      <dgm:t>
        <a:bodyPr/>
        <a:lstStyle/>
        <a:p>
          <a:pPr rtl="1"/>
          <a:r>
            <a:rPr lang="ar-SA" sz="3600" b="0" dirty="0"/>
            <a:t>تحكم آلي في حركة الأبواب والدخول</a:t>
          </a:r>
        </a:p>
      </dgm:t>
    </dgm:pt>
    <dgm:pt modelId="{B3E69EBB-A223-4BC5-85CD-431B462B3FA8}" type="parTrans" cxnId="{563165C8-014D-4D45-BB6F-E30BFCDFB79F}">
      <dgm:prSet/>
      <dgm:spPr/>
      <dgm:t>
        <a:bodyPr/>
        <a:lstStyle/>
        <a:p>
          <a:pPr rtl="1"/>
          <a:endParaRPr lang="ar-SA"/>
        </a:p>
      </dgm:t>
    </dgm:pt>
    <dgm:pt modelId="{58CF825A-9451-4B33-98C7-97BB9C9058B9}" type="sibTrans" cxnId="{563165C8-014D-4D45-BB6F-E30BFCDFB79F}">
      <dgm:prSet/>
      <dgm:spPr/>
      <dgm:t>
        <a:bodyPr/>
        <a:lstStyle/>
        <a:p>
          <a:pPr rtl="1"/>
          <a:endParaRPr lang="ar-SA"/>
        </a:p>
      </dgm:t>
    </dgm:pt>
    <dgm:pt modelId="{DAD68F24-B5B9-4600-897E-B3800FF7234D}">
      <dgm:prSet phldrT="[نص]" custT="1"/>
      <dgm:spPr/>
      <dgm:t>
        <a:bodyPr/>
        <a:lstStyle/>
        <a:p>
          <a:pPr algn="ctr" rtl="1">
            <a:lnSpc>
              <a:spcPct val="100000"/>
            </a:lnSpc>
          </a:pPr>
          <a:r>
            <a:rPr lang="ar-SA" sz="3600" dirty="0"/>
            <a:t>استجابة سريعة للمخاطر البيئية</a:t>
          </a:r>
        </a:p>
      </dgm:t>
    </dgm:pt>
    <dgm:pt modelId="{0EF093A3-6C70-4AB0-8780-24185FD27DE4}" type="parTrans" cxnId="{EBD6BD53-1590-4182-8A3A-E14CD9244412}">
      <dgm:prSet/>
      <dgm:spPr/>
      <dgm:t>
        <a:bodyPr/>
        <a:lstStyle/>
        <a:p>
          <a:pPr rtl="1"/>
          <a:endParaRPr lang="ar-SA"/>
        </a:p>
      </dgm:t>
    </dgm:pt>
    <dgm:pt modelId="{571F9605-22CF-426F-BB5A-AC2F4046143A}" type="sibTrans" cxnId="{EBD6BD53-1590-4182-8A3A-E14CD9244412}">
      <dgm:prSet/>
      <dgm:spPr/>
      <dgm:t>
        <a:bodyPr/>
        <a:lstStyle/>
        <a:p>
          <a:pPr rtl="1"/>
          <a:endParaRPr lang="ar-SA"/>
        </a:p>
      </dgm:t>
    </dgm:pt>
    <dgm:pt modelId="{403D6401-63EE-4091-BE05-FAAA30AE98DA}">
      <dgm:prSet phldrT="[نص]" custT="1"/>
      <dgm:spPr/>
      <dgm:t>
        <a:bodyPr/>
        <a:lstStyle/>
        <a:p>
          <a:pPr algn="ctr" rtl="1"/>
          <a:r>
            <a:rPr lang="ar-SA" sz="3600" dirty="0"/>
            <a:t>تنفيذ نظام منزل ذكي متكامل</a:t>
          </a:r>
        </a:p>
      </dgm:t>
    </dgm:pt>
    <dgm:pt modelId="{198911E6-0B71-4224-9327-6BEF4AF749B0}" type="parTrans" cxnId="{D45EBFA9-F1DE-41F8-A144-5867FDD5CD58}">
      <dgm:prSet/>
      <dgm:spPr/>
      <dgm:t>
        <a:bodyPr/>
        <a:lstStyle/>
        <a:p>
          <a:pPr rtl="1"/>
          <a:endParaRPr lang="ar-SA"/>
        </a:p>
      </dgm:t>
    </dgm:pt>
    <dgm:pt modelId="{FD37EB03-A1B6-4BB0-8459-85495A069E54}" type="sibTrans" cxnId="{D45EBFA9-F1DE-41F8-A144-5867FDD5CD58}">
      <dgm:prSet/>
      <dgm:spPr/>
      <dgm:t>
        <a:bodyPr/>
        <a:lstStyle/>
        <a:p>
          <a:pPr rtl="1"/>
          <a:endParaRPr lang="ar-SA"/>
        </a:p>
      </dgm:t>
    </dgm:pt>
    <dgm:pt modelId="{DF29ABAE-8514-40B3-A518-9F0D52C341B7}" type="pres">
      <dgm:prSet presAssocID="{F82169D1-3BD6-4138-9E9C-17CE1DB0AA70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444CE2AC-06D4-425F-97FD-54EA415D02AA}" type="pres">
      <dgm:prSet presAssocID="{1430BAAE-7148-4040-B5E1-4A6B2B55E535}" presName="ParentComposite" presStyleCnt="0"/>
      <dgm:spPr/>
    </dgm:pt>
    <dgm:pt modelId="{25F95B12-B8F7-4CFC-A9F4-428A4242D58D}" type="pres">
      <dgm:prSet presAssocID="{1430BAAE-7148-4040-B5E1-4A6B2B55E535}" presName="Chord" presStyleLbl="bgShp" presStyleIdx="0" presStyleCnt="4" custAng="5400000" custScaleX="225093" custScaleY="224144" custLinFactX="-97692" custLinFactNeighborX="-100000" custLinFactNeighborY="73454"/>
      <dgm:spPr/>
    </dgm:pt>
    <dgm:pt modelId="{CF0DED05-1A6C-4007-9E69-1DC4D60B988C}" type="pres">
      <dgm:prSet presAssocID="{1430BAAE-7148-4040-B5E1-4A6B2B55E535}" presName="Pie" presStyleLbl="alignNode1" presStyleIdx="0" presStyleCnt="4" custAng="18751702" custScaleX="281292" custScaleY="222847" custLinFactX="-100000" custLinFactNeighborX="-156917" custLinFactNeighborY="98836"/>
      <dgm:spPr/>
    </dgm:pt>
    <dgm:pt modelId="{8389553F-4EC0-439E-BB26-4132B160BECE}" type="pres">
      <dgm:prSet presAssocID="{1430BAAE-7148-4040-B5E1-4A6B2B55E535}" presName="Parent" presStyleLbl="revTx" presStyleIdx="0" presStyleCnt="4" custAng="5400000" custScaleX="132961" custScaleY="89127" custLinFactX="-140571" custLinFactNeighborX="-200000" custLinFactNeighborY="7204">
        <dgm:presLayoutVars>
          <dgm:chMax val="1"/>
          <dgm:chPref val="1"/>
          <dgm:bulletEnabled val="1"/>
        </dgm:presLayoutVars>
      </dgm:prSet>
      <dgm:spPr/>
    </dgm:pt>
    <dgm:pt modelId="{29F87540-5E44-4C98-8E34-4E65BCE6D827}" type="pres">
      <dgm:prSet presAssocID="{9DB95B07-0F58-4A14-8593-F187CDDD8315}" presName="ParentComposite" presStyleCnt="0"/>
      <dgm:spPr/>
    </dgm:pt>
    <dgm:pt modelId="{ED097E96-96EC-4D7A-B1A9-80BA1B957DE8}" type="pres">
      <dgm:prSet presAssocID="{9DB95B07-0F58-4A14-8593-F187CDDD8315}" presName="Chord" presStyleLbl="bgShp" presStyleIdx="1" presStyleCnt="4" custAng="5400000" custScaleX="186121" custScaleY="246737" custLinFactNeighborX="-50988" custLinFactNeighborY="59479"/>
      <dgm:spPr/>
    </dgm:pt>
    <dgm:pt modelId="{8AE028C4-12A9-43B4-882C-4C4819F9A46E}" type="pres">
      <dgm:prSet presAssocID="{9DB95B07-0F58-4A14-8593-F187CDDD8315}" presName="Pie" presStyleLbl="alignNode1" presStyleIdx="1" presStyleCnt="4" custAng="1467252" custScaleX="198571" custScaleY="191278" custLinFactX="-7819" custLinFactNeighborX="-100000" custLinFactNeighborY="86044"/>
      <dgm:spPr/>
    </dgm:pt>
    <dgm:pt modelId="{850E5A35-BEB9-4F61-AE2E-502695A60995}" type="pres">
      <dgm:prSet presAssocID="{9DB95B07-0F58-4A14-8593-F187CDDD8315}" presName="Parent" presStyleLbl="revTx" presStyleIdx="1" presStyleCnt="4" custAng="5400000" custScaleX="146712" custScaleY="87271" custLinFactNeighborX="-83309" custLinFactNeighborY="4059">
        <dgm:presLayoutVars>
          <dgm:chMax val="1"/>
          <dgm:chPref val="1"/>
          <dgm:bulletEnabled val="1"/>
        </dgm:presLayoutVars>
      </dgm:prSet>
      <dgm:spPr/>
    </dgm:pt>
    <dgm:pt modelId="{CBAB1BD7-77AC-4C76-BCFB-DD4830460431}" type="pres">
      <dgm:prSet presAssocID="{DAD68F24-B5B9-4600-897E-B3800FF7234D}" presName="ParentComposite" presStyleCnt="0"/>
      <dgm:spPr/>
    </dgm:pt>
    <dgm:pt modelId="{7D3E1A66-0DDE-417D-9473-E07BCF066EF8}" type="pres">
      <dgm:prSet presAssocID="{DAD68F24-B5B9-4600-897E-B3800FF7234D}" presName="Chord" presStyleLbl="bgShp" presStyleIdx="2" presStyleCnt="4" custAng="5400000" custScaleX="200085" custScaleY="237644" custLinFactX="34928" custLinFactNeighborX="100000" custLinFactNeighborY="85170"/>
      <dgm:spPr/>
    </dgm:pt>
    <dgm:pt modelId="{C1178B6F-05F9-4318-9488-502E4E577024}" type="pres">
      <dgm:prSet presAssocID="{DAD68F24-B5B9-4600-897E-B3800FF7234D}" presName="Pie" presStyleLbl="alignNode1" presStyleIdx="2" presStyleCnt="4" custAng="5400000" custScaleX="179764" custScaleY="217240" custLinFactX="54295" custLinFactY="18186" custLinFactNeighborX="100000" custLinFactNeighborY="100000"/>
      <dgm:spPr/>
    </dgm:pt>
    <dgm:pt modelId="{60F08AB0-9A9E-4B25-8971-6180DF82AC7C}" type="pres">
      <dgm:prSet presAssocID="{DAD68F24-B5B9-4600-897E-B3800FF7234D}" presName="Parent" presStyleLbl="revTx" presStyleIdx="2" presStyleCnt="4" custAng="5400000" custScaleX="162523" custScaleY="118535" custLinFactX="100000" custLinFactNeighborX="128096" custLinFactNeighborY="12138">
        <dgm:presLayoutVars>
          <dgm:chMax val="1"/>
          <dgm:chPref val="1"/>
          <dgm:bulletEnabled val="1"/>
        </dgm:presLayoutVars>
      </dgm:prSet>
      <dgm:spPr/>
    </dgm:pt>
    <dgm:pt modelId="{37615ECC-53B6-42B6-92F3-094B7C64A87D}" type="pres">
      <dgm:prSet presAssocID="{403D6401-63EE-4091-BE05-FAAA30AE98DA}" presName="ParentComposite" presStyleCnt="0"/>
      <dgm:spPr/>
    </dgm:pt>
    <dgm:pt modelId="{6A031F4D-0B0E-42FE-A2AA-E9EAC9521C62}" type="pres">
      <dgm:prSet presAssocID="{403D6401-63EE-4091-BE05-FAAA30AE98DA}" presName="Chord" presStyleLbl="bgShp" presStyleIdx="3" presStyleCnt="4" custAng="5400000" custScaleX="212547" custScaleY="275117" custLinFactX="100000" custLinFactNeighborX="173175" custLinFactNeighborY="58137"/>
      <dgm:spPr/>
    </dgm:pt>
    <dgm:pt modelId="{A2492D9C-8799-4B1A-8619-617F431D47E7}" type="pres">
      <dgm:prSet presAssocID="{403D6401-63EE-4091-BE05-FAAA30AE98DA}" presName="Pie" presStyleLbl="alignNode1" presStyleIdx="3" presStyleCnt="4" custAng="5400000" custScaleX="193790" custScaleY="256316" custLinFactX="136758" custLinFactNeighborX="200000" custLinFactNeighborY="81263"/>
      <dgm:spPr/>
    </dgm:pt>
    <dgm:pt modelId="{827CE812-D727-4E36-B958-BF82BA447878}" type="pres">
      <dgm:prSet presAssocID="{403D6401-63EE-4091-BE05-FAAA30AE98DA}" presName="Parent" presStyleLbl="revTx" presStyleIdx="3" presStyleCnt="4" custAng="5400000" custScaleX="164435" custScaleY="89857" custLinFactX="200000" custLinFactNeighborX="255673" custLinFactNeighborY="-220">
        <dgm:presLayoutVars>
          <dgm:chMax val="1"/>
          <dgm:chPref val="1"/>
          <dgm:bulletEnabled val="1"/>
        </dgm:presLayoutVars>
      </dgm:prSet>
      <dgm:spPr/>
    </dgm:pt>
  </dgm:ptLst>
  <dgm:cxnLst>
    <dgm:cxn modelId="{02A00A0D-9EC4-4929-B748-447FEAD35A9C}" type="presOf" srcId="{403D6401-63EE-4091-BE05-FAAA30AE98DA}" destId="{827CE812-D727-4E36-B958-BF82BA447878}" srcOrd="0" destOrd="0" presId="urn:microsoft.com/office/officeart/2009/3/layout/PieProcess"/>
    <dgm:cxn modelId="{1B27E56D-B3BF-47AC-8936-F0B6C52EBDAB}" type="presOf" srcId="{F82169D1-3BD6-4138-9E9C-17CE1DB0AA70}" destId="{DF29ABAE-8514-40B3-A518-9F0D52C341B7}" srcOrd="0" destOrd="0" presId="urn:microsoft.com/office/officeart/2009/3/layout/PieProcess"/>
    <dgm:cxn modelId="{EBD6BD53-1590-4182-8A3A-E14CD9244412}" srcId="{F82169D1-3BD6-4138-9E9C-17CE1DB0AA70}" destId="{DAD68F24-B5B9-4600-897E-B3800FF7234D}" srcOrd="2" destOrd="0" parTransId="{0EF093A3-6C70-4AB0-8780-24185FD27DE4}" sibTransId="{571F9605-22CF-426F-BB5A-AC2F4046143A}"/>
    <dgm:cxn modelId="{D45EBFA9-F1DE-41F8-A144-5867FDD5CD58}" srcId="{F82169D1-3BD6-4138-9E9C-17CE1DB0AA70}" destId="{403D6401-63EE-4091-BE05-FAAA30AE98DA}" srcOrd="3" destOrd="0" parTransId="{198911E6-0B71-4224-9327-6BEF4AF749B0}" sibTransId="{FD37EB03-A1B6-4BB0-8459-85495A069E54}"/>
    <dgm:cxn modelId="{A63355AC-BCB7-482D-BDBD-88864933F935}" srcId="{F82169D1-3BD6-4138-9E9C-17CE1DB0AA70}" destId="{1430BAAE-7148-4040-B5E1-4A6B2B55E535}" srcOrd="0" destOrd="0" parTransId="{49E1417A-652F-409F-9A59-BF4AED24857C}" sibTransId="{11656877-BD85-4923-8B3D-782B011C5B54}"/>
    <dgm:cxn modelId="{0B068CAF-9801-4E2F-B5E9-1E73EE8DCB2B}" type="presOf" srcId="{9DB95B07-0F58-4A14-8593-F187CDDD8315}" destId="{850E5A35-BEB9-4F61-AE2E-502695A60995}" srcOrd="0" destOrd="0" presId="urn:microsoft.com/office/officeart/2009/3/layout/PieProcess"/>
    <dgm:cxn modelId="{76CE59BF-4A43-4CF7-994C-BFBC45167FCD}" type="presOf" srcId="{DAD68F24-B5B9-4600-897E-B3800FF7234D}" destId="{60F08AB0-9A9E-4B25-8971-6180DF82AC7C}" srcOrd="0" destOrd="0" presId="urn:microsoft.com/office/officeart/2009/3/layout/PieProcess"/>
    <dgm:cxn modelId="{CA3771C0-3AEC-40C6-886A-93B23F4CB7B3}" type="presOf" srcId="{1430BAAE-7148-4040-B5E1-4A6B2B55E535}" destId="{8389553F-4EC0-439E-BB26-4132B160BECE}" srcOrd="0" destOrd="0" presId="urn:microsoft.com/office/officeart/2009/3/layout/PieProcess"/>
    <dgm:cxn modelId="{563165C8-014D-4D45-BB6F-E30BFCDFB79F}" srcId="{F82169D1-3BD6-4138-9E9C-17CE1DB0AA70}" destId="{9DB95B07-0F58-4A14-8593-F187CDDD8315}" srcOrd="1" destOrd="0" parTransId="{B3E69EBB-A223-4BC5-85CD-431B462B3FA8}" sibTransId="{58CF825A-9451-4B33-98C7-97BB9C9058B9}"/>
    <dgm:cxn modelId="{DE1B2C37-B843-49DD-A109-B990F166E03A}" type="presParOf" srcId="{DF29ABAE-8514-40B3-A518-9F0D52C341B7}" destId="{444CE2AC-06D4-425F-97FD-54EA415D02AA}" srcOrd="0" destOrd="0" presId="urn:microsoft.com/office/officeart/2009/3/layout/PieProcess"/>
    <dgm:cxn modelId="{D4BE0B9E-A7F3-4544-9955-F0FE786B6B52}" type="presParOf" srcId="{444CE2AC-06D4-425F-97FD-54EA415D02AA}" destId="{25F95B12-B8F7-4CFC-A9F4-428A4242D58D}" srcOrd="0" destOrd="0" presId="urn:microsoft.com/office/officeart/2009/3/layout/PieProcess"/>
    <dgm:cxn modelId="{F909B443-4209-460E-A019-06B8FBAFF156}" type="presParOf" srcId="{444CE2AC-06D4-425F-97FD-54EA415D02AA}" destId="{CF0DED05-1A6C-4007-9E69-1DC4D60B988C}" srcOrd="1" destOrd="0" presId="urn:microsoft.com/office/officeart/2009/3/layout/PieProcess"/>
    <dgm:cxn modelId="{02BAEBD8-55E1-49F2-9217-F59BEEC60241}" type="presParOf" srcId="{444CE2AC-06D4-425F-97FD-54EA415D02AA}" destId="{8389553F-4EC0-439E-BB26-4132B160BECE}" srcOrd="2" destOrd="0" presId="urn:microsoft.com/office/officeart/2009/3/layout/PieProcess"/>
    <dgm:cxn modelId="{33BFE02D-02FB-45AE-A3A4-19379B76CE6C}" type="presParOf" srcId="{DF29ABAE-8514-40B3-A518-9F0D52C341B7}" destId="{29F87540-5E44-4C98-8E34-4E65BCE6D827}" srcOrd="1" destOrd="0" presId="urn:microsoft.com/office/officeart/2009/3/layout/PieProcess"/>
    <dgm:cxn modelId="{EA1AC264-4C16-4077-8833-15E503656048}" type="presParOf" srcId="{29F87540-5E44-4C98-8E34-4E65BCE6D827}" destId="{ED097E96-96EC-4D7A-B1A9-80BA1B957DE8}" srcOrd="0" destOrd="0" presId="urn:microsoft.com/office/officeart/2009/3/layout/PieProcess"/>
    <dgm:cxn modelId="{C4049644-7E41-4180-A220-F5B835A8558D}" type="presParOf" srcId="{29F87540-5E44-4C98-8E34-4E65BCE6D827}" destId="{8AE028C4-12A9-43B4-882C-4C4819F9A46E}" srcOrd="1" destOrd="0" presId="urn:microsoft.com/office/officeart/2009/3/layout/PieProcess"/>
    <dgm:cxn modelId="{110527B1-EF6A-4395-A03E-C0F9E9469F6B}" type="presParOf" srcId="{29F87540-5E44-4C98-8E34-4E65BCE6D827}" destId="{850E5A35-BEB9-4F61-AE2E-502695A60995}" srcOrd="2" destOrd="0" presId="urn:microsoft.com/office/officeart/2009/3/layout/PieProcess"/>
    <dgm:cxn modelId="{F0433446-7C22-43DA-A5C8-967C6420A3E3}" type="presParOf" srcId="{DF29ABAE-8514-40B3-A518-9F0D52C341B7}" destId="{CBAB1BD7-77AC-4C76-BCFB-DD4830460431}" srcOrd="2" destOrd="0" presId="urn:microsoft.com/office/officeart/2009/3/layout/PieProcess"/>
    <dgm:cxn modelId="{2E48AA6A-94E9-46AB-99D6-8199373137D5}" type="presParOf" srcId="{CBAB1BD7-77AC-4C76-BCFB-DD4830460431}" destId="{7D3E1A66-0DDE-417D-9473-E07BCF066EF8}" srcOrd="0" destOrd="0" presId="urn:microsoft.com/office/officeart/2009/3/layout/PieProcess"/>
    <dgm:cxn modelId="{9DD064C3-1073-42A4-8A90-E1A763516D39}" type="presParOf" srcId="{CBAB1BD7-77AC-4C76-BCFB-DD4830460431}" destId="{C1178B6F-05F9-4318-9488-502E4E577024}" srcOrd="1" destOrd="0" presId="urn:microsoft.com/office/officeart/2009/3/layout/PieProcess"/>
    <dgm:cxn modelId="{EDB47A04-AA35-4D4E-8D41-0DDB899E5945}" type="presParOf" srcId="{CBAB1BD7-77AC-4C76-BCFB-DD4830460431}" destId="{60F08AB0-9A9E-4B25-8971-6180DF82AC7C}" srcOrd="2" destOrd="0" presId="urn:microsoft.com/office/officeart/2009/3/layout/PieProcess"/>
    <dgm:cxn modelId="{CC7AFBBC-2FBB-4504-9DB1-F1DB6B121544}" type="presParOf" srcId="{DF29ABAE-8514-40B3-A518-9F0D52C341B7}" destId="{37615ECC-53B6-42B6-92F3-094B7C64A87D}" srcOrd="3" destOrd="0" presId="urn:microsoft.com/office/officeart/2009/3/layout/PieProcess"/>
    <dgm:cxn modelId="{DB9F6847-87BD-4748-B388-1942846992C7}" type="presParOf" srcId="{37615ECC-53B6-42B6-92F3-094B7C64A87D}" destId="{6A031F4D-0B0E-42FE-A2AA-E9EAC9521C62}" srcOrd="0" destOrd="0" presId="urn:microsoft.com/office/officeart/2009/3/layout/PieProcess"/>
    <dgm:cxn modelId="{0082F2A0-9B05-451E-B99F-CA2784BE1DCC}" type="presParOf" srcId="{37615ECC-53B6-42B6-92F3-094B7C64A87D}" destId="{A2492D9C-8799-4B1A-8619-617F431D47E7}" srcOrd="1" destOrd="0" presId="urn:microsoft.com/office/officeart/2009/3/layout/PieProcess"/>
    <dgm:cxn modelId="{D212E3FE-0FF6-4380-881C-5EF3F77E4E2C}" type="presParOf" srcId="{37615ECC-53B6-42B6-92F3-094B7C64A87D}" destId="{827CE812-D727-4E36-B958-BF82BA447878}" srcOrd="2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43A105D-CF92-4FD1-8F56-C5813A65BA28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ar-SA"/>
        </a:p>
      </dgm:t>
    </dgm:pt>
    <dgm:pt modelId="{80EAFF83-2B2E-42D6-95D9-CD690E9BBAEC}">
      <dgm:prSet phldrT="[نص]"/>
      <dgm:spPr/>
      <dgm:t>
        <a:bodyPr/>
        <a:lstStyle/>
        <a:p>
          <a:pPr rtl="1"/>
          <a:r>
            <a:rPr lang="ar-SA" b="1" dirty="0"/>
            <a:t>التحسينات المستقبلية</a:t>
          </a:r>
          <a:endParaRPr lang="ar-SA" dirty="0"/>
        </a:p>
      </dgm:t>
    </dgm:pt>
    <dgm:pt modelId="{14137932-0EE2-4847-AE7E-5FD495A69202}" type="parTrans" cxnId="{10E6D132-506A-41DA-B4D1-D3069C6202BB}">
      <dgm:prSet/>
      <dgm:spPr/>
      <dgm:t>
        <a:bodyPr/>
        <a:lstStyle/>
        <a:p>
          <a:pPr rtl="1"/>
          <a:endParaRPr lang="ar-SA"/>
        </a:p>
      </dgm:t>
    </dgm:pt>
    <dgm:pt modelId="{BBCE7044-F5F1-4C60-9A15-4BAE21D763C6}" type="sibTrans" cxnId="{10E6D132-506A-41DA-B4D1-D3069C6202BB}">
      <dgm:prSet/>
      <dgm:spPr/>
      <dgm:t>
        <a:bodyPr/>
        <a:lstStyle/>
        <a:p>
          <a:pPr rtl="1"/>
          <a:endParaRPr lang="ar-SA"/>
        </a:p>
      </dgm:t>
    </dgm:pt>
    <dgm:pt modelId="{0FF54433-12F0-45F5-91E1-D62AB411D93F}">
      <dgm:prSet phldrT="[نص]"/>
      <dgm:spPr/>
      <dgm:t>
        <a:bodyPr/>
        <a:lstStyle/>
        <a:p>
          <a:pPr rtl="1"/>
          <a:r>
            <a:rPr lang="ar-SA" dirty="0"/>
            <a:t>دعم التحكم الصوتي</a:t>
          </a:r>
        </a:p>
      </dgm:t>
    </dgm:pt>
    <dgm:pt modelId="{5BE73B77-1C55-4633-8D88-CC57BA49969D}" type="parTrans" cxnId="{875DA8A8-BFA3-4B09-B35F-8D45EB31A988}">
      <dgm:prSet/>
      <dgm:spPr/>
      <dgm:t>
        <a:bodyPr/>
        <a:lstStyle/>
        <a:p>
          <a:pPr rtl="1"/>
          <a:endParaRPr lang="ar-SA"/>
        </a:p>
      </dgm:t>
    </dgm:pt>
    <dgm:pt modelId="{7134C880-CF95-41A6-9FAA-723F8A352E34}" type="sibTrans" cxnId="{875DA8A8-BFA3-4B09-B35F-8D45EB31A988}">
      <dgm:prSet/>
      <dgm:spPr/>
      <dgm:t>
        <a:bodyPr/>
        <a:lstStyle/>
        <a:p>
          <a:pPr rtl="1"/>
          <a:endParaRPr lang="ar-SA"/>
        </a:p>
      </dgm:t>
    </dgm:pt>
    <dgm:pt modelId="{50339131-5B46-44AA-BE36-6ACE6B240EB3}">
      <dgm:prSet phldrT="[نص]" phldr="0"/>
      <dgm:spPr/>
      <dgm:t>
        <a:bodyPr/>
        <a:lstStyle/>
        <a:p>
          <a:pPr rtl="1"/>
          <a:r>
            <a:rPr lang="ar-SA" dirty="0"/>
            <a:t>ربط النظام بمنصات سحابية</a:t>
          </a:r>
        </a:p>
      </dgm:t>
    </dgm:pt>
    <dgm:pt modelId="{C7AF7706-56FB-4A72-8634-4418E20038DD}" type="parTrans" cxnId="{3817C07E-CF62-42D3-9DC8-822D41669013}">
      <dgm:prSet/>
      <dgm:spPr/>
      <dgm:t>
        <a:bodyPr/>
        <a:lstStyle/>
        <a:p>
          <a:pPr rtl="1"/>
          <a:endParaRPr lang="ar-SA"/>
        </a:p>
      </dgm:t>
    </dgm:pt>
    <dgm:pt modelId="{ED0CDB0F-287E-4638-9885-E56DAB99F285}" type="sibTrans" cxnId="{3817C07E-CF62-42D3-9DC8-822D41669013}">
      <dgm:prSet/>
      <dgm:spPr/>
      <dgm:t>
        <a:bodyPr/>
        <a:lstStyle/>
        <a:p>
          <a:pPr rtl="1"/>
          <a:endParaRPr lang="ar-SA"/>
        </a:p>
      </dgm:t>
    </dgm:pt>
    <dgm:pt modelId="{F2EBECAE-6E16-40D0-B565-1552923EAF95}">
      <dgm:prSet phldrT="[نص]"/>
      <dgm:spPr/>
      <dgm:t>
        <a:bodyPr/>
        <a:lstStyle/>
        <a:p>
          <a:pPr rtl="1"/>
          <a:r>
            <a:rPr lang="ar-SA" dirty="0"/>
            <a:t>إضافة كاميرات مراقبة</a:t>
          </a:r>
        </a:p>
      </dgm:t>
    </dgm:pt>
    <dgm:pt modelId="{5A3C9C64-AFE3-44FE-8BFA-14C784F2C16A}" type="parTrans" cxnId="{346FD619-DB4A-42E7-A667-A63465522C46}">
      <dgm:prSet/>
      <dgm:spPr/>
      <dgm:t>
        <a:bodyPr/>
        <a:lstStyle/>
        <a:p>
          <a:pPr rtl="1"/>
          <a:endParaRPr lang="ar-SA"/>
        </a:p>
      </dgm:t>
    </dgm:pt>
    <dgm:pt modelId="{D71398BA-1122-423E-A781-BAE6F816B3E3}" type="sibTrans" cxnId="{346FD619-DB4A-42E7-A667-A63465522C46}">
      <dgm:prSet/>
      <dgm:spPr/>
      <dgm:t>
        <a:bodyPr/>
        <a:lstStyle/>
        <a:p>
          <a:pPr rtl="1"/>
          <a:endParaRPr lang="ar-SA"/>
        </a:p>
      </dgm:t>
    </dgm:pt>
    <dgm:pt modelId="{AC73D087-134F-4861-8C1A-1539173A93D6}">
      <dgm:prSet phldrT="[نص]"/>
      <dgm:spPr/>
      <dgm:t>
        <a:bodyPr/>
        <a:lstStyle/>
        <a:p>
          <a:pPr rtl="1"/>
          <a:r>
            <a:rPr lang="ar-SA" dirty="0"/>
            <a:t>إرسال تنبيهات فورية عبر الإنترنت</a:t>
          </a:r>
        </a:p>
      </dgm:t>
    </dgm:pt>
    <dgm:pt modelId="{048C04D6-9230-40E1-A667-8F58ACEB03E2}" type="parTrans" cxnId="{1B326770-4A14-4E1D-8046-73DEE7BE60CD}">
      <dgm:prSet/>
      <dgm:spPr/>
      <dgm:t>
        <a:bodyPr/>
        <a:lstStyle/>
        <a:p>
          <a:pPr rtl="1"/>
          <a:endParaRPr lang="ar-SA"/>
        </a:p>
      </dgm:t>
    </dgm:pt>
    <dgm:pt modelId="{1799067F-046B-4DC9-84E5-5CBA48ABB445}" type="sibTrans" cxnId="{1B326770-4A14-4E1D-8046-73DEE7BE60CD}">
      <dgm:prSet/>
      <dgm:spPr/>
      <dgm:t>
        <a:bodyPr/>
        <a:lstStyle/>
        <a:p>
          <a:pPr rtl="1"/>
          <a:endParaRPr lang="ar-SA"/>
        </a:p>
      </dgm:t>
    </dgm:pt>
    <dgm:pt modelId="{0B3C567C-C4C4-4DDA-AB18-9760D9FC14B0}" type="pres">
      <dgm:prSet presAssocID="{843A105D-CF92-4FD1-8F56-C5813A65BA28}" presName="composite" presStyleCnt="0">
        <dgm:presLayoutVars>
          <dgm:chMax val="1"/>
          <dgm:dir/>
          <dgm:resizeHandles val="exact"/>
        </dgm:presLayoutVars>
      </dgm:prSet>
      <dgm:spPr/>
    </dgm:pt>
    <dgm:pt modelId="{E4D1DF8B-C3CD-45C8-8928-8A4149D47070}" type="pres">
      <dgm:prSet presAssocID="{843A105D-CF92-4FD1-8F56-C5813A65BA28}" presName="radial" presStyleCnt="0">
        <dgm:presLayoutVars>
          <dgm:animLvl val="ctr"/>
        </dgm:presLayoutVars>
      </dgm:prSet>
      <dgm:spPr/>
    </dgm:pt>
    <dgm:pt modelId="{1A36446B-150C-4B97-8604-5FDF92712512}" type="pres">
      <dgm:prSet presAssocID="{80EAFF83-2B2E-42D6-95D9-CD690E9BBAEC}" presName="centerShape" presStyleLbl="vennNode1" presStyleIdx="0" presStyleCnt="5" custLinFactNeighborY="206"/>
      <dgm:spPr/>
    </dgm:pt>
    <dgm:pt modelId="{2A8F4AEB-A253-4A66-8326-546B3C9FF565}" type="pres">
      <dgm:prSet presAssocID="{0FF54433-12F0-45F5-91E1-D62AB411D93F}" presName="node" presStyleLbl="vennNode1" presStyleIdx="1" presStyleCnt="5">
        <dgm:presLayoutVars>
          <dgm:bulletEnabled val="1"/>
        </dgm:presLayoutVars>
      </dgm:prSet>
      <dgm:spPr/>
    </dgm:pt>
    <dgm:pt modelId="{222F656C-2645-4326-8F09-B6E7496EBD7D}" type="pres">
      <dgm:prSet presAssocID="{50339131-5B46-44AA-BE36-6ACE6B240EB3}" presName="node" presStyleLbl="vennNode1" presStyleIdx="2" presStyleCnt="5">
        <dgm:presLayoutVars>
          <dgm:bulletEnabled val="1"/>
        </dgm:presLayoutVars>
      </dgm:prSet>
      <dgm:spPr/>
    </dgm:pt>
    <dgm:pt modelId="{19AAD0AF-BD9C-492A-8462-AB43C8D60E0A}" type="pres">
      <dgm:prSet presAssocID="{F2EBECAE-6E16-40D0-B565-1552923EAF95}" presName="node" presStyleLbl="vennNode1" presStyleIdx="3" presStyleCnt="5">
        <dgm:presLayoutVars>
          <dgm:bulletEnabled val="1"/>
        </dgm:presLayoutVars>
      </dgm:prSet>
      <dgm:spPr/>
    </dgm:pt>
    <dgm:pt modelId="{1FC48ECD-036B-4EDE-827D-AA0B4F7F50FB}" type="pres">
      <dgm:prSet presAssocID="{AC73D087-134F-4861-8C1A-1539173A93D6}" presName="node" presStyleLbl="vennNode1" presStyleIdx="4" presStyleCnt="5">
        <dgm:presLayoutVars>
          <dgm:bulletEnabled val="1"/>
        </dgm:presLayoutVars>
      </dgm:prSet>
      <dgm:spPr/>
    </dgm:pt>
  </dgm:ptLst>
  <dgm:cxnLst>
    <dgm:cxn modelId="{346FD619-DB4A-42E7-A667-A63465522C46}" srcId="{80EAFF83-2B2E-42D6-95D9-CD690E9BBAEC}" destId="{F2EBECAE-6E16-40D0-B565-1552923EAF95}" srcOrd="2" destOrd="0" parTransId="{5A3C9C64-AFE3-44FE-8BFA-14C784F2C16A}" sibTransId="{D71398BA-1122-423E-A781-BAE6F816B3E3}"/>
    <dgm:cxn modelId="{10E6D132-506A-41DA-B4D1-D3069C6202BB}" srcId="{843A105D-CF92-4FD1-8F56-C5813A65BA28}" destId="{80EAFF83-2B2E-42D6-95D9-CD690E9BBAEC}" srcOrd="0" destOrd="0" parTransId="{14137932-0EE2-4847-AE7E-5FD495A69202}" sibTransId="{BBCE7044-F5F1-4C60-9A15-4BAE21D763C6}"/>
    <dgm:cxn modelId="{4B49FE41-C97B-4105-B21B-D21E0440FF6F}" type="presOf" srcId="{F2EBECAE-6E16-40D0-B565-1552923EAF95}" destId="{19AAD0AF-BD9C-492A-8462-AB43C8D60E0A}" srcOrd="0" destOrd="0" presId="urn:microsoft.com/office/officeart/2005/8/layout/radial3"/>
    <dgm:cxn modelId="{1B326770-4A14-4E1D-8046-73DEE7BE60CD}" srcId="{80EAFF83-2B2E-42D6-95D9-CD690E9BBAEC}" destId="{AC73D087-134F-4861-8C1A-1539173A93D6}" srcOrd="3" destOrd="0" parTransId="{048C04D6-9230-40E1-A667-8F58ACEB03E2}" sibTransId="{1799067F-046B-4DC9-84E5-5CBA48ABB445}"/>
    <dgm:cxn modelId="{3817C07E-CF62-42D3-9DC8-822D41669013}" srcId="{80EAFF83-2B2E-42D6-95D9-CD690E9BBAEC}" destId="{50339131-5B46-44AA-BE36-6ACE6B240EB3}" srcOrd="1" destOrd="0" parTransId="{C7AF7706-56FB-4A72-8634-4418E20038DD}" sibTransId="{ED0CDB0F-287E-4638-9885-E56DAB99F285}"/>
    <dgm:cxn modelId="{E64D51A1-27CA-412E-9253-6DB8545FA6CA}" type="presOf" srcId="{AC73D087-134F-4861-8C1A-1539173A93D6}" destId="{1FC48ECD-036B-4EDE-827D-AA0B4F7F50FB}" srcOrd="0" destOrd="0" presId="urn:microsoft.com/office/officeart/2005/8/layout/radial3"/>
    <dgm:cxn modelId="{FBDC8CA7-8A73-41BC-ABD1-D423C5A0B0CA}" type="presOf" srcId="{50339131-5B46-44AA-BE36-6ACE6B240EB3}" destId="{222F656C-2645-4326-8F09-B6E7496EBD7D}" srcOrd="0" destOrd="0" presId="urn:microsoft.com/office/officeart/2005/8/layout/radial3"/>
    <dgm:cxn modelId="{875DA8A8-BFA3-4B09-B35F-8D45EB31A988}" srcId="{80EAFF83-2B2E-42D6-95D9-CD690E9BBAEC}" destId="{0FF54433-12F0-45F5-91E1-D62AB411D93F}" srcOrd="0" destOrd="0" parTransId="{5BE73B77-1C55-4633-8D88-CC57BA49969D}" sibTransId="{7134C880-CF95-41A6-9FAA-723F8A352E34}"/>
    <dgm:cxn modelId="{00F567ED-0ABA-4A19-9855-8955D603B373}" type="presOf" srcId="{0FF54433-12F0-45F5-91E1-D62AB411D93F}" destId="{2A8F4AEB-A253-4A66-8326-546B3C9FF565}" srcOrd="0" destOrd="0" presId="urn:microsoft.com/office/officeart/2005/8/layout/radial3"/>
    <dgm:cxn modelId="{65117BF6-64C1-472A-87D3-77EF09AE0F6C}" type="presOf" srcId="{843A105D-CF92-4FD1-8F56-C5813A65BA28}" destId="{0B3C567C-C4C4-4DDA-AB18-9760D9FC14B0}" srcOrd="0" destOrd="0" presId="urn:microsoft.com/office/officeart/2005/8/layout/radial3"/>
    <dgm:cxn modelId="{1CD440FE-A2EE-48E4-A7A3-DE078C3E1776}" type="presOf" srcId="{80EAFF83-2B2E-42D6-95D9-CD690E9BBAEC}" destId="{1A36446B-150C-4B97-8604-5FDF92712512}" srcOrd="0" destOrd="0" presId="urn:microsoft.com/office/officeart/2005/8/layout/radial3"/>
    <dgm:cxn modelId="{34F95C79-FF75-482C-B8D2-0B25FBE9739E}" type="presParOf" srcId="{0B3C567C-C4C4-4DDA-AB18-9760D9FC14B0}" destId="{E4D1DF8B-C3CD-45C8-8928-8A4149D47070}" srcOrd="0" destOrd="0" presId="urn:microsoft.com/office/officeart/2005/8/layout/radial3"/>
    <dgm:cxn modelId="{40499080-9D8B-473E-BABE-F4FD6012A96A}" type="presParOf" srcId="{E4D1DF8B-C3CD-45C8-8928-8A4149D47070}" destId="{1A36446B-150C-4B97-8604-5FDF92712512}" srcOrd="0" destOrd="0" presId="urn:microsoft.com/office/officeart/2005/8/layout/radial3"/>
    <dgm:cxn modelId="{D45F931A-7CE9-4CEC-AE26-15F444B71332}" type="presParOf" srcId="{E4D1DF8B-C3CD-45C8-8928-8A4149D47070}" destId="{2A8F4AEB-A253-4A66-8326-546B3C9FF565}" srcOrd="1" destOrd="0" presId="urn:microsoft.com/office/officeart/2005/8/layout/radial3"/>
    <dgm:cxn modelId="{1820D39C-4847-46E1-AF59-2D68C844786E}" type="presParOf" srcId="{E4D1DF8B-C3CD-45C8-8928-8A4149D47070}" destId="{222F656C-2645-4326-8F09-B6E7496EBD7D}" srcOrd="2" destOrd="0" presId="urn:microsoft.com/office/officeart/2005/8/layout/radial3"/>
    <dgm:cxn modelId="{4575EF27-147F-40DB-A8ED-15D047D099BA}" type="presParOf" srcId="{E4D1DF8B-C3CD-45C8-8928-8A4149D47070}" destId="{19AAD0AF-BD9C-492A-8462-AB43C8D60E0A}" srcOrd="3" destOrd="0" presId="urn:microsoft.com/office/officeart/2005/8/layout/radial3"/>
    <dgm:cxn modelId="{12013E9E-3C3A-40C8-8600-D0A7B880E978}" type="presParOf" srcId="{E4D1DF8B-C3CD-45C8-8928-8A4149D47070}" destId="{1FC48ECD-036B-4EDE-827D-AA0B4F7F50FB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D958ACB-5BFE-4E97-A07A-819D77CECDB0}" type="doc">
      <dgm:prSet loTypeId="urn:microsoft.com/office/officeart/2005/8/layout/target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ar-SA"/>
        </a:p>
      </dgm:t>
    </dgm:pt>
    <dgm:pt modelId="{C639BD7B-A8C1-438B-8475-E74C66EA7591}">
      <dgm:prSet phldrT="[نص]" custT="1"/>
      <dgm:spPr/>
      <dgm:t>
        <a:bodyPr/>
        <a:lstStyle/>
        <a:p>
          <a:pPr rtl="1"/>
          <a:r>
            <a:rPr lang="ar-SA" sz="6500" dirty="0"/>
            <a:t>ي</a:t>
          </a:r>
          <a:r>
            <a:rPr lang="ar-SA" sz="6000" b="1" dirty="0"/>
            <a:t>ُبرز هذا المشروع أهمية استخدام الأنظمة المدمجة وتقنيات إنترنت الأشياء في تطوير حلول ذكية للمنازل، ويؤكد قدرة </a:t>
          </a:r>
          <a:r>
            <a:rPr lang="en-US" sz="6000" b="1" dirty="0"/>
            <a:t>Arduino Uno </a:t>
          </a:r>
          <a:r>
            <a:rPr lang="ar-SA" sz="6000" b="1" dirty="0"/>
            <a:t>و </a:t>
          </a:r>
          <a:r>
            <a:rPr lang="en-US" sz="6000" b="1" dirty="0"/>
            <a:t>ESP8266 </a:t>
          </a:r>
          <a:r>
            <a:rPr lang="ar-SA" sz="6000" b="1" dirty="0"/>
            <a:t>على بناء أنظمة فعالة، آمنة، وقابلة للتطوير.</a:t>
          </a:r>
        </a:p>
      </dgm:t>
    </dgm:pt>
    <dgm:pt modelId="{777745F6-AC66-48C1-9E90-EF4087191729}" type="parTrans" cxnId="{467AB9B7-3E6D-4725-BE46-C40CAF2D816F}">
      <dgm:prSet/>
      <dgm:spPr/>
      <dgm:t>
        <a:bodyPr/>
        <a:lstStyle/>
        <a:p>
          <a:pPr rtl="1"/>
          <a:endParaRPr lang="ar-SA"/>
        </a:p>
      </dgm:t>
    </dgm:pt>
    <dgm:pt modelId="{A51FC805-12D9-4534-B1D8-23D9688A94EE}" type="sibTrans" cxnId="{467AB9B7-3E6D-4725-BE46-C40CAF2D816F}">
      <dgm:prSet/>
      <dgm:spPr/>
      <dgm:t>
        <a:bodyPr/>
        <a:lstStyle/>
        <a:p>
          <a:pPr rtl="1"/>
          <a:endParaRPr lang="ar-SA"/>
        </a:p>
      </dgm:t>
    </dgm:pt>
    <dgm:pt modelId="{9554CED6-7611-4ADD-994A-ABE69B5EA110}" type="pres">
      <dgm:prSet presAssocID="{8D958ACB-5BFE-4E97-A07A-819D77CECDB0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144D47CE-AD48-4F8C-B356-88E1FEB28021}" type="pres">
      <dgm:prSet presAssocID="{C639BD7B-A8C1-438B-8475-E74C66EA7591}" presName="circle1" presStyleLbl="node1" presStyleIdx="0" presStyleCnt="1"/>
      <dgm:spPr/>
    </dgm:pt>
    <dgm:pt modelId="{FF4B4764-E939-4D7C-AF71-DE4A08DC99AD}" type="pres">
      <dgm:prSet presAssocID="{C639BD7B-A8C1-438B-8475-E74C66EA7591}" presName="space" presStyleCnt="0"/>
      <dgm:spPr/>
    </dgm:pt>
    <dgm:pt modelId="{203B90E9-8B63-458B-907E-7098587C0C34}" type="pres">
      <dgm:prSet presAssocID="{C639BD7B-A8C1-438B-8475-E74C66EA7591}" presName="rect1" presStyleLbl="alignAcc1" presStyleIdx="0" presStyleCnt="1" custScaleY="100000"/>
      <dgm:spPr/>
    </dgm:pt>
    <dgm:pt modelId="{FC91553E-0D8A-498C-BD3A-4EFC94F26B97}" type="pres">
      <dgm:prSet presAssocID="{C639BD7B-A8C1-438B-8475-E74C66EA7591}" presName="rect1ParTxNoCh" presStyleLbl="alignAcc1" presStyleIdx="0" presStyleCnt="1">
        <dgm:presLayoutVars>
          <dgm:chMax val="1"/>
          <dgm:bulletEnabled val="1"/>
        </dgm:presLayoutVars>
      </dgm:prSet>
      <dgm:spPr/>
    </dgm:pt>
  </dgm:ptLst>
  <dgm:cxnLst>
    <dgm:cxn modelId="{BF6F6A25-D8FB-4A2B-8D91-9C40F7BC3FDE}" type="presOf" srcId="{8D958ACB-5BFE-4E97-A07A-819D77CECDB0}" destId="{9554CED6-7611-4ADD-994A-ABE69B5EA110}" srcOrd="0" destOrd="0" presId="urn:microsoft.com/office/officeart/2005/8/layout/target3"/>
    <dgm:cxn modelId="{1084E69B-D0DC-448A-BEE7-878B866CEE72}" type="presOf" srcId="{C639BD7B-A8C1-438B-8475-E74C66EA7591}" destId="{203B90E9-8B63-458B-907E-7098587C0C34}" srcOrd="0" destOrd="0" presId="urn:microsoft.com/office/officeart/2005/8/layout/target3"/>
    <dgm:cxn modelId="{83BD98B4-119B-46C0-A194-807CCC9B45A3}" type="presOf" srcId="{C639BD7B-A8C1-438B-8475-E74C66EA7591}" destId="{FC91553E-0D8A-498C-BD3A-4EFC94F26B97}" srcOrd="1" destOrd="0" presId="urn:microsoft.com/office/officeart/2005/8/layout/target3"/>
    <dgm:cxn modelId="{467AB9B7-3E6D-4725-BE46-C40CAF2D816F}" srcId="{8D958ACB-5BFE-4E97-A07A-819D77CECDB0}" destId="{C639BD7B-A8C1-438B-8475-E74C66EA7591}" srcOrd="0" destOrd="0" parTransId="{777745F6-AC66-48C1-9E90-EF4087191729}" sibTransId="{A51FC805-12D9-4534-B1D8-23D9688A94EE}"/>
    <dgm:cxn modelId="{02D54A33-297F-440C-BE6D-C9DC00DBE411}" type="presParOf" srcId="{9554CED6-7611-4ADD-994A-ABE69B5EA110}" destId="{144D47CE-AD48-4F8C-B356-88E1FEB28021}" srcOrd="0" destOrd="0" presId="urn:microsoft.com/office/officeart/2005/8/layout/target3"/>
    <dgm:cxn modelId="{6EE79917-26D3-4CE4-97E7-C17A3046D8D1}" type="presParOf" srcId="{9554CED6-7611-4ADD-994A-ABE69B5EA110}" destId="{FF4B4764-E939-4D7C-AF71-DE4A08DC99AD}" srcOrd="1" destOrd="0" presId="urn:microsoft.com/office/officeart/2005/8/layout/target3"/>
    <dgm:cxn modelId="{74C6FE7A-CEA4-436D-897A-FC22646D372D}" type="presParOf" srcId="{9554CED6-7611-4ADD-994A-ABE69B5EA110}" destId="{203B90E9-8B63-458B-907E-7098587C0C34}" srcOrd="2" destOrd="0" presId="urn:microsoft.com/office/officeart/2005/8/layout/target3"/>
    <dgm:cxn modelId="{3C2B751E-27FE-41C1-8574-E98C265990B5}" type="presParOf" srcId="{9554CED6-7611-4ADD-994A-ABE69B5EA110}" destId="{FC91553E-0D8A-498C-BD3A-4EFC94F26B97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D53B68-A04F-4F3F-84BA-0F5D40D18388}">
      <dsp:nvSpPr>
        <dsp:cNvPr id="0" name=""/>
        <dsp:cNvSpPr/>
      </dsp:nvSpPr>
      <dsp:spPr>
        <a:xfrm>
          <a:off x="7569961" y="145265"/>
          <a:ext cx="2442477" cy="158761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100" kern="1200" dirty="0"/>
            <a:t>وحدة التحكم الرئيسية</a:t>
          </a:r>
        </a:p>
      </dsp:txBody>
      <dsp:txXfrm>
        <a:off x="7647462" y="222766"/>
        <a:ext cx="2287475" cy="1432608"/>
      </dsp:txXfrm>
    </dsp:sp>
    <dsp:sp modelId="{3462FF91-7524-4357-8344-A074B3B31988}">
      <dsp:nvSpPr>
        <dsp:cNvPr id="0" name=""/>
        <dsp:cNvSpPr/>
      </dsp:nvSpPr>
      <dsp:spPr>
        <a:xfrm>
          <a:off x="5305272" y="1024481"/>
          <a:ext cx="7472986" cy="7472986"/>
        </a:xfrm>
        <a:custGeom>
          <a:avLst/>
          <a:gdLst/>
          <a:ahLst/>
          <a:cxnLst/>
          <a:rect l="0" t="0" r="0" b="0"/>
          <a:pathLst>
            <a:path>
              <a:moveTo>
                <a:pt x="4722370" y="132408"/>
              </a:moveTo>
              <a:arcTo wR="3736493" hR="3736493" stAng="17117921" swAng="14313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D7AA6D-9091-4518-B526-9069666DAE8E}">
      <dsp:nvSpPr>
        <dsp:cNvPr id="0" name=""/>
        <dsp:cNvSpPr/>
      </dsp:nvSpPr>
      <dsp:spPr>
        <a:xfrm>
          <a:off x="10805859" y="1873467"/>
          <a:ext cx="2442477" cy="158761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100" kern="1200" dirty="0"/>
            <a:t>وحدة الاتصال</a:t>
          </a:r>
        </a:p>
      </dsp:txBody>
      <dsp:txXfrm>
        <a:off x="10883360" y="1950968"/>
        <a:ext cx="2287475" cy="1432608"/>
      </dsp:txXfrm>
    </dsp:sp>
    <dsp:sp modelId="{834E53D7-19F0-4396-B2A1-DB1D8B10CA3D}">
      <dsp:nvSpPr>
        <dsp:cNvPr id="0" name=""/>
        <dsp:cNvSpPr/>
      </dsp:nvSpPr>
      <dsp:spPr>
        <a:xfrm>
          <a:off x="5054707" y="799026"/>
          <a:ext cx="7472986" cy="7472986"/>
        </a:xfrm>
        <a:custGeom>
          <a:avLst/>
          <a:gdLst/>
          <a:ahLst/>
          <a:cxnLst/>
          <a:rect l="0" t="0" r="0" b="0"/>
          <a:pathLst>
            <a:path>
              <a:moveTo>
                <a:pt x="7321293" y="2682650"/>
              </a:moveTo>
              <a:arcTo wR="3736493" hR="3736493" stAng="20617078" swAng="196584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7445EA-2F3C-402C-A7FB-D8B3AA69E9AD}">
      <dsp:nvSpPr>
        <dsp:cNvPr id="0" name=""/>
        <dsp:cNvSpPr/>
      </dsp:nvSpPr>
      <dsp:spPr>
        <a:xfrm>
          <a:off x="10879158" y="5609961"/>
          <a:ext cx="2295879" cy="158761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100" kern="1200" dirty="0"/>
            <a:t>الحساسات</a:t>
          </a:r>
        </a:p>
      </dsp:txBody>
      <dsp:txXfrm>
        <a:off x="10956659" y="5687462"/>
        <a:ext cx="2140877" cy="1432608"/>
      </dsp:txXfrm>
    </dsp:sp>
    <dsp:sp modelId="{3CA02145-157C-4DA0-A257-9B5FC2FEE5C3}">
      <dsp:nvSpPr>
        <dsp:cNvPr id="0" name=""/>
        <dsp:cNvSpPr/>
      </dsp:nvSpPr>
      <dsp:spPr>
        <a:xfrm>
          <a:off x="5054707" y="799026"/>
          <a:ext cx="7472986" cy="7472986"/>
        </a:xfrm>
        <a:custGeom>
          <a:avLst/>
          <a:gdLst/>
          <a:ahLst/>
          <a:cxnLst/>
          <a:rect l="0" t="0" r="0" b="0"/>
          <a:pathLst>
            <a:path>
              <a:moveTo>
                <a:pt x="6346718" y="6410087"/>
              </a:moveTo>
              <a:arcTo wR="3736493" hR="3736493" stAng="2741227" swAng="1498978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646623-CCEB-4B9B-8B38-636B6B2F8B72}">
      <dsp:nvSpPr>
        <dsp:cNvPr id="0" name=""/>
        <dsp:cNvSpPr/>
      </dsp:nvSpPr>
      <dsp:spPr>
        <a:xfrm>
          <a:off x="7569961" y="7478207"/>
          <a:ext cx="2442477" cy="158761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100" kern="1200" dirty="0"/>
            <a:t>وحدات الإخراج</a:t>
          </a:r>
        </a:p>
      </dsp:txBody>
      <dsp:txXfrm>
        <a:off x="7647462" y="7555708"/>
        <a:ext cx="2287475" cy="1432608"/>
      </dsp:txXfrm>
    </dsp:sp>
    <dsp:sp modelId="{1634C049-D899-4863-ADC2-06F6700576CE}">
      <dsp:nvSpPr>
        <dsp:cNvPr id="0" name=""/>
        <dsp:cNvSpPr/>
      </dsp:nvSpPr>
      <dsp:spPr>
        <a:xfrm>
          <a:off x="5054707" y="799026"/>
          <a:ext cx="7472986" cy="7472986"/>
        </a:xfrm>
        <a:custGeom>
          <a:avLst/>
          <a:gdLst/>
          <a:ahLst/>
          <a:cxnLst/>
          <a:rect l="0" t="0" r="0" b="0"/>
          <a:pathLst>
            <a:path>
              <a:moveTo>
                <a:pt x="2499686" y="7262353"/>
              </a:moveTo>
              <a:arcTo wR="3736493" hR="3736493" stAng="6559796" swAng="1498978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E1DC18-E675-4508-8C1E-C9D86058BD4E}">
      <dsp:nvSpPr>
        <dsp:cNvPr id="0" name=""/>
        <dsp:cNvSpPr/>
      </dsp:nvSpPr>
      <dsp:spPr>
        <a:xfrm>
          <a:off x="4334063" y="5609961"/>
          <a:ext cx="2442477" cy="158761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100" kern="1200" dirty="0"/>
            <a:t>أدوات اخرى</a:t>
          </a:r>
        </a:p>
      </dsp:txBody>
      <dsp:txXfrm>
        <a:off x="4411564" y="5687462"/>
        <a:ext cx="2287475" cy="1432608"/>
      </dsp:txXfrm>
    </dsp:sp>
    <dsp:sp modelId="{E04C3DAA-562C-490B-B38B-BC7AF8713E75}">
      <dsp:nvSpPr>
        <dsp:cNvPr id="0" name=""/>
        <dsp:cNvSpPr/>
      </dsp:nvSpPr>
      <dsp:spPr>
        <a:xfrm>
          <a:off x="5054707" y="799026"/>
          <a:ext cx="7472986" cy="7472986"/>
        </a:xfrm>
        <a:custGeom>
          <a:avLst/>
          <a:gdLst/>
          <a:ahLst/>
          <a:cxnLst/>
          <a:rect l="0" t="0" r="0" b="0"/>
          <a:pathLst>
            <a:path>
              <a:moveTo>
                <a:pt x="151692" y="4790335"/>
              </a:moveTo>
              <a:arcTo wR="3736493" hR="3736493" stAng="9817078" swAng="1965844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8C2DE9-CD82-4539-BC06-5B66FB55628B}">
      <dsp:nvSpPr>
        <dsp:cNvPr id="0" name=""/>
        <dsp:cNvSpPr/>
      </dsp:nvSpPr>
      <dsp:spPr>
        <a:xfrm>
          <a:off x="4334063" y="1873467"/>
          <a:ext cx="2442477" cy="1587610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100" kern="1200" dirty="0"/>
            <a:t>نظام الدخول </a:t>
          </a:r>
        </a:p>
      </dsp:txBody>
      <dsp:txXfrm>
        <a:off x="4411564" y="1950968"/>
        <a:ext cx="2287475" cy="1432608"/>
      </dsp:txXfrm>
    </dsp:sp>
    <dsp:sp modelId="{241B4604-4377-4DEC-AA98-2D81D91F4049}">
      <dsp:nvSpPr>
        <dsp:cNvPr id="0" name=""/>
        <dsp:cNvSpPr/>
      </dsp:nvSpPr>
      <dsp:spPr>
        <a:xfrm>
          <a:off x="4804142" y="1024481"/>
          <a:ext cx="7472986" cy="7472986"/>
        </a:xfrm>
        <a:custGeom>
          <a:avLst/>
          <a:gdLst/>
          <a:ahLst/>
          <a:cxnLst/>
          <a:rect l="0" t="0" r="0" b="0"/>
          <a:pathLst>
            <a:path>
              <a:moveTo>
                <a:pt x="1377256" y="839014"/>
              </a:moveTo>
              <a:arcTo wR="3736493" hR="3736493" stAng="13850773" swAng="1431306"/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65C87D-C8DB-437E-A990-4602C0118772}">
      <dsp:nvSpPr>
        <dsp:cNvPr id="0" name=""/>
        <dsp:cNvSpPr/>
      </dsp:nvSpPr>
      <dsp:spPr>
        <a:xfrm>
          <a:off x="0" y="0"/>
          <a:ext cx="5952802" cy="5952802"/>
        </a:xfrm>
        <a:prstGeom prst="pie">
          <a:avLst>
            <a:gd name="adj1" fmla="val 5400000"/>
            <a:gd name="adj2" fmla="val 16200000"/>
          </a:avLst>
        </a:prstGeom>
        <a:solidFill>
          <a:schemeClr val="tx1"/>
        </a:solidFill>
        <a:ln>
          <a:solidFill>
            <a:schemeClr val="tx1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9106823-AF96-4775-A53D-6B0577FE73FE}">
      <dsp:nvSpPr>
        <dsp:cNvPr id="0" name=""/>
        <dsp:cNvSpPr/>
      </dsp:nvSpPr>
      <dsp:spPr>
        <a:xfrm>
          <a:off x="2976401" y="0"/>
          <a:ext cx="10268837" cy="595280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000" kern="1200" dirty="0"/>
            <a:t>قراءة القيم الصادرة من الحساسات</a:t>
          </a:r>
        </a:p>
      </dsp:txBody>
      <dsp:txXfrm>
        <a:off x="2976401" y="0"/>
        <a:ext cx="10268837" cy="952448"/>
      </dsp:txXfrm>
    </dsp:sp>
    <dsp:sp modelId="{DD17005C-A2BD-4791-9817-983C8ACFFB91}">
      <dsp:nvSpPr>
        <dsp:cNvPr id="0" name=""/>
        <dsp:cNvSpPr/>
      </dsp:nvSpPr>
      <dsp:spPr>
        <a:xfrm>
          <a:off x="625044" y="952448"/>
          <a:ext cx="4702713" cy="4702713"/>
        </a:xfrm>
        <a:prstGeom prst="pie">
          <a:avLst>
            <a:gd name="adj1" fmla="val 5400000"/>
            <a:gd name="adj2" fmla="val 16200000"/>
          </a:avLst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60F9340-573D-4740-A48B-B4AD734A1DF9}">
      <dsp:nvSpPr>
        <dsp:cNvPr id="0" name=""/>
        <dsp:cNvSpPr/>
      </dsp:nvSpPr>
      <dsp:spPr>
        <a:xfrm>
          <a:off x="2976401" y="952448"/>
          <a:ext cx="10268837" cy="470271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400" kern="1200" dirty="0"/>
            <a:t>معالجة </a:t>
          </a:r>
          <a:r>
            <a:rPr lang="ar-SA" sz="4000" kern="1200" dirty="0"/>
            <a:t>البيانات</a:t>
          </a:r>
          <a:r>
            <a:rPr lang="ar-SA" sz="4400" kern="1200" dirty="0"/>
            <a:t> وفق منطق برمجي محدد</a:t>
          </a:r>
        </a:p>
      </dsp:txBody>
      <dsp:txXfrm>
        <a:off x="2976401" y="952448"/>
        <a:ext cx="10268837" cy="952448"/>
      </dsp:txXfrm>
    </dsp:sp>
    <dsp:sp modelId="{7AEFE2F7-1F6A-4B6A-B108-DF98F5B95FB4}">
      <dsp:nvSpPr>
        <dsp:cNvPr id="0" name=""/>
        <dsp:cNvSpPr/>
      </dsp:nvSpPr>
      <dsp:spPr>
        <a:xfrm>
          <a:off x="1250088" y="1904896"/>
          <a:ext cx="3452625" cy="3452625"/>
        </a:xfrm>
        <a:prstGeom prst="pie">
          <a:avLst>
            <a:gd name="adj1" fmla="val 5400000"/>
            <a:gd name="adj2" fmla="val 16200000"/>
          </a:avLst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0F2D53-B376-47F2-9C9F-68ABB355CC4A}">
      <dsp:nvSpPr>
        <dsp:cNvPr id="0" name=""/>
        <dsp:cNvSpPr/>
      </dsp:nvSpPr>
      <dsp:spPr>
        <a:xfrm>
          <a:off x="2976401" y="1904896"/>
          <a:ext cx="10268837" cy="34526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000" kern="1200" dirty="0"/>
            <a:t>التحكم في المشغلات مثل محرك السيرفو</a:t>
          </a:r>
        </a:p>
      </dsp:txBody>
      <dsp:txXfrm>
        <a:off x="2976401" y="1904896"/>
        <a:ext cx="10268837" cy="952448"/>
      </dsp:txXfrm>
    </dsp:sp>
    <dsp:sp modelId="{674215D1-DEB4-461F-874C-76BC7E38BE7C}">
      <dsp:nvSpPr>
        <dsp:cNvPr id="0" name=""/>
        <dsp:cNvSpPr/>
      </dsp:nvSpPr>
      <dsp:spPr>
        <a:xfrm>
          <a:off x="1875132" y="2857344"/>
          <a:ext cx="2202536" cy="2202536"/>
        </a:xfrm>
        <a:prstGeom prst="pie">
          <a:avLst>
            <a:gd name="adj1" fmla="val 5400000"/>
            <a:gd name="adj2" fmla="val 16200000"/>
          </a:avLst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31D5838-FFA9-4EB3-A60A-30AFB20CC4DC}">
      <dsp:nvSpPr>
        <dsp:cNvPr id="0" name=""/>
        <dsp:cNvSpPr/>
      </dsp:nvSpPr>
      <dsp:spPr>
        <a:xfrm>
          <a:off x="2976401" y="2857344"/>
          <a:ext cx="10268837" cy="2202536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000" kern="1200" dirty="0"/>
            <a:t>إدارة نظام الدخول باستخدام البطاقة الذكية</a:t>
          </a:r>
        </a:p>
      </dsp:txBody>
      <dsp:txXfrm>
        <a:off x="2976401" y="2857344"/>
        <a:ext cx="10268837" cy="952448"/>
      </dsp:txXfrm>
    </dsp:sp>
    <dsp:sp modelId="{AA0F24C3-7384-454F-B530-3DA14B92CEF5}">
      <dsp:nvSpPr>
        <dsp:cNvPr id="0" name=""/>
        <dsp:cNvSpPr/>
      </dsp:nvSpPr>
      <dsp:spPr>
        <a:xfrm>
          <a:off x="2500176" y="3809793"/>
          <a:ext cx="952448" cy="952448"/>
        </a:xfrm>
        <a:prstGeom prst="pie">
          <a:avLst>
            <a:gd name="adj1" fmla="val 5400000"/>
            <a:gd name="adj2" fmla="val 16200000"/>
          </a:avLst>
        </a:prstGeom>
        <a:solidFill>
          <a:schemeClr val="tx1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8C24EF-88D7-41E7-B0DB-A4D6C11FB7E7}">
      <dsp:nvSpPr>
        <dsp:cNvPr id="0" name=""/>
        <dsp:cNvSpPr/>
      </dsp:nvSpPr>
      <dsp:spPr>
        <a:xfrm>
          <a:off x="2976401" y="3809793"/>
          <a:ext cx="10268837" cy="95244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000" kern="1200" dirty="0"/>
            <a:t>التواصل مع وحدات </a:t>
          </a:r>
          <a:r>
            <a:rPr lang="en-US" sz="4000" kern="1200" dirty="0"/>
            <a:t> RFID </a:t>
          </a:r>
          <a:r>
            <a:rPr lang="ar-SA" sz="4000" kern="1200" dirty="0"/>
            <a:t>و </a:t>
          </a:r>
          <a:r>
            <a:rPr lang="en-US" sz="4000" kern="1200" dirty="0"/>
            <a:t>ESP8266 </a:t>
          </a:r>
          <a:r>
            <a:rPr lang="ar-SA" sz="4000" kern="1200" dirty="0"/>
            <a:t>عبر بروتوكولات الاتصال</a:t>
          </a:r>
        </a:p>
      </dsp:txBody>
      <dsp:txXfrm>
        <a:off x="2976401" y="3809793"/>
        <a:ext cx="10268837" cy="9524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744FE6-BCD7-4036-91F4-3FC775A804C5}">
      <dsp:nvSpPr>
        <dsp:cNvPr id="0" name=""/>
        <dsp:cNvSpPr/>
      </dsp:nvSpPr>
      <dsp:spPr>
        <a:xfrm>
          <a:off x="2215656" y="2766698"/>
          <a:ext cx="6196388" cy="59603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D8D9404-555D-4964-BFD0-48BBF6315FA7}">
      <dsp:nvSpPr>
        <dsp:cNvPr id="0" name=""/>
        <dsp:cNvSpPr/>
      </dsp:nvSpPr>
      <dsp:spPr>
        <a:xfrm>
          <a:off x="2824089" y="3288197"/>
          <a:ext cx="4979523" cy="4917326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F1F6D33-DB64-4A91-B88C-F635DFC53F70}">
      <dsp:nvSpPr>
        <dsp:cNvPr id="0" name=""/>
        <dsp:cNvSpPr/>
      </dsp:nvSpPr>
      <dsp:spPr>
        <a:xfrm>
          <a:off x="3615431" y="3815016"/>
          <a:ext cx="3396839" cy="386368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4E1A699-2312-457C-B04E-95BC7D4AB2EF}">
      <dsp:nvSpPr>
        <dsp:cNvPr id="0" name=""/>
        <dsp:cNvSpPr/>
      </dsp:nvSpPr>
      <dsp:spPr>
        <a:xfrm>
          <a:off x="4154976" y="4587986"/>
          <a:ext cx="2317750" cy="23177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B5F2074-28ED-4583-BC1B-B30F8EDA549C}">
      <dsp:nvSpPr>
        <dsp:cNvPr id="0" name=""/>
        <dsp:cNvSpPr/>
      </dsp:nvSpPr>
      <dsp:spPr>
        <a:xfrm>
          <a:off x="4927366" y="5360376"/>
          <a:ext cx="772969" cy="772969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BDF5893-BAC0-4979-A088-E66A07758B56}">
      <dsp:nvSpPr>
        <dsp:cNvPr id="0" name=""/>
        <dsp:cNvSpPr/>
      </dsp:nvSpPr>
      <dsp:spPr>
        <a:xfrm>
          <a:off x="10018292" y="575006"/>
          <a:ext cx="7456665" cy="122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48260" rIns="48260" bIns="48260" numCol="1" spcCol="1270" anchor="ctr" anchorCtr="0">
          <a:noAutofit/>
        </a:bodyPr>
        <a:lstStyle/>
        <a:p>
          <a:pPr marL="0" lvl="0" indent="0" algn="l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800" kern="1200" dirty="0"/>
            <a:t>الحساسات متصلة بمداخل لوحة </a:t>
          </a:r>
          <a:r>
            <a:rPr lang="en-US" sz="3800" kern="1200" dirty="0"/>
            <a:t>Arduino</a:t>
          </a:r>
          <a:endParaRPr lang="ar-SA" sz="3800" kern="1200" dirty="0"/>
        </a:p>
      </dsp:txBody>
      <dsp:txXfrm>
        <a:off x="10018292" y="575006"/>
        <a:ext cx="7456665" cy="1227480"/>
      </dsp:txXfrm>
    </dsp:sp>
    <dsp:sp modelId="{6DC7700F-18CF-4523-90BA-0BC03C3FA80C}">
      <dsp:nvSpPr>
        <dsp:cNvPr id="0" name=""/>
        <dsp:cNvSpPr/>
      </dsp:nvSpPr>
      <dsp:spPr>
        <a:xfrm>
          <a:off x="9080195" y="1157716"/>
          <a:ext cx="869156" cy="0"/>
        </a:xfrm>
        <a:prstGeom prst="line">
          <a:avLst/>
        </a:prstGeom>
        <a:noFill/>
        <a:ln w="952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02991AB-43C6-4A35-95AB-49A3E1D2D888}">
      <dsp:nvSpPr>
        <dsp:cNvPr id="0" name=""/>
        <dsp:cNvSpPr/>
      </dsp:nvSpPr>
      <dsp:spPr>
        <a:xfrm rot="5400000">
          <a:off x="4899553" y="1572013"/>
          <a:ext cx="4589145" cy="3760549"/>
        </a:xfrm>
        <a:prstGeom prst="line">
          <a:avLst/>
        </a:prstGeom>
        <a:noFill/>
        <a:ln w="9525" cap="flat" cmpd="sng" algn="ctr">
          <a:solidFill>
            <a:schemeClr val="tx2">
              <a:lumMod val="7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919E56B5-2D3B-41B0-94CE-6E0FC91F60BB}">
      <dsp:nvSpPr>
        <dsp:cNvPr id="0" name=""/>
        <dsp:cNvSpPr/>
      </dsp:nvSpPr>
      <dsp:spPr>
        <a:xfrm>
          <a:off x="10156818" y="1924414"/>
          <a:ext cx="7709659" cy="122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48260" rIns="48260" bIns="48260" numCol="1" spcCol="1270" anchor="ctr" anchorCtr="0">
          <a:noAutofit/>
        </a:bodyPr>
        <a:lstStyle/>
        <a:p>
          <a:pPr marL="0" lvl="0" indent="0" algn="l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800" kern="1200" dirty="0"/>
            <a:t>توصيل محرك السيرفو بمنفذ </a:t>
          </a:r>
          <a:r>
            <a:rPr lang="en-US" sz="3800" kern="1200" dirty="0"/>
            <a:t>PWM</a:t>
          </a:r>
          <a:endParaRPr lang="ar-SA" sz="3800" kern="1200" dirty="0"/>
        </a:p>
      </dsp:txBody>
      <dsp:txXfrm>
        <a:off x="10156818" y="1924414"/>
        <a:ext cx="7709659" cy="1227480"/>
      </dsp:txXfrm>
    </dsp:sp>
    <dsp:sp modelId="{0BDAC888-27CB-4860-91EA-75C9FB59A548}">
      <dsp:nvSpPr>
        <dsp:cNvPr id="0" name=""/>
        <dsp:cNvSpPr/>
      </dsp:nvSpPr>
      <dsp:spPr>
        <a:xfrm>
          <a:off x="9080195" y="2455656"/>
          <a:ext cx="869156" cy="0"/>
        </a:xfrm>
        <a:prstGeom prst="line">
          <a:avLst/>
        </a:prstGeom>
        <a:noFill/>
        <a:ln w="952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25EC5706-8801-400B-8098-DCB932E80CF6}">
      <dsp:nvSpPr>
        <dsp:cNvPr id="0" name=""/>
        <dsp:cNvSpPr/>
      </dsp:nvSpPr>
      <dsp:spPr>
        <a:xfrm rot="5400000">
          <a:off x="5573902" y="2771333"/>
          <a:ext cx="3821042" cy="3186906"/>
        </a:xfrm>
        <a:prstGeom prst="line">
          <a:avLst/>
        </a:prstGeom>
        <a:noFill/>
        <a:ln w="9525" cap="flat" cmpd="sng" algn="ctr">
          <a:solidFill>
            <a:schemeClr val="tx2">
              <a:lumMod val="7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BAF897C8-8BC8-44A0-B7DA-8FB3F3C2AAA7}">
      <dsp:nvSpPr>
        <dsp:cNvPr id="0" name=""/>
        <dsp:cNvSpPr/>
      </dsp:nvSpPr>
      <dsp:spPr>
        <a:xfrm>
          <a:off x="10006889" y="3352799"/>
          <a:ext cx="7859606" cy="863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48260" rIns="48260" bIns="48260" numCol="1" spcCol="1270" anchor="ctr" anchorCtr="0">
          <a:noAutofit/>
        </a:bodyPr>
        <a:lstStyle/>
        <a:p>
          <a:pPr marL="0" lvl="0" indent="0" algn="l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800" kern="1200" dirty="0"/>
            <a:t>قارئ البطاقة الذكية متصل عبر واجهة رقمية</a:t>
          </a:r>
        </a:p>
      </dsp:txBody>
      <dsp:txXfrm>
        <a:off x="10006889" y="3352799"/>
        <a:ext cx="7859606" cy="863630"/>
      </dsp:txXfrm>
    </dsp:sp>
    <dsp:sp modelId="{A7761CC3-E1D3-4400-87A6-3D76B6A43CE7}">
      <dsp:nvSpPr>
        <dsp:cNvPr id="0" name=""/>
        <dsp:cNvSpPr/>
      </dsp:nvSpPr>
      <dsp:spPr>
        <a:xfrm>
          <a:off x="9080195" y="3753596"/>
          <a:ext cx="869156" cy="0"/>
        </a:xfrm>
        <a:prstGeom prst="line">
          <a:avLst/>
        </a:prstGeom>
        <a:noFill/>
        <a:ln w="952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1C46D2FB-9F55-41D9-9C48-8691C22264AE}">
      <dsp:nvSpPr>
        <dsp:cNvPr id="0" name=""/>
        <dsp:cNvSpPr/>
      </dsp:nvSpPr>
      <dsp:spPr>
        <a:xfrm rot="5400000">
          <a:off x="6235156" y="3921633"/>
          <a:ext cx="3013075" cy="2677001"/>
        </a:xfrm>
        <a:prstGeom prst="line">
          <a:avLst/>
        </a:prstGeom>
        <a:noFill/>
        <a:ln w="9525" cap="flat" cmpd="sng" algn="ctr">
          <a:solidFill>
            <a:schemeClr val="tx2">
              <a:lumMod val="7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2B03AD4E-AE06-4384-B1CA-EECE70ED03AF}">
      <dsp:nvSpPr>
        <dsp:cNvPr id="0" name=""/>
        <dsp:cNvSpPr/>
      </dsp:nvSpPr>
      <dsp:spPr>
        <a:xfrm>
          <a:off x="9747241" y="4419606"/>
          <a:ext cx="8312158" cy="1227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0256" tIns="48260" rIns="48260" bIns="48260" numCol="1" spcCol="1270" anchor="ctr" anchorCtr="0">
          <a:noAutofit/>
        </a:bodyPr>
        <a:lstStyle/>
        <a:p>
          <a:pPr marL="0" lvl="0" indent="0" algn="ctr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800" kern="1200" dirty="0"/>
            <a:t>توصيل </a:t>
          </a:r>
          <a:r>
            <a:rPr lang="en-US" sz="3800" kern="1200" dirty="0"/>
            <a:t>ESP8266 </a:t>
          </a:r>
          <a:r>
            <a:rPr lang="ar-SA" sz="3800" kern="1200" dirty="0"/>
            <a:t> عبر الاتصال التسلسلي </a:t>
          </a:r>
        </a:p>
        <a:p>
          <a:pPr marL="0" lvl="0" indent="0" algn="ctr" defTabSz="1689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/>
            <a:t>(TX / RX)</a:t>
          </a:r>
          <a:endParaRPr lang="ar-SA" sz="3800" kern="1200" dirty="0"/>
        </a:p>
      </dsp:txBody>
      <dsp:txXfrm>
        <a:off x="9747241" y="4419606"/>
        <a:ext cx="8312158" cy="1227480"/>
      </dsp:txXfrm>
    </dsp:sp>
    <dsp:sp modelId="{574DEBBC-3A9A-4749-A4A0-8ECF1F6CA35E}">
      <dsp:nvSpPr>
        <dsp:cNvPr id="0" name=""/>
        <dsp:cNvSpPr/>
      </dsp:nvSpPr>
      <dsp:spPr>
        <a:xfrm>
          <a:off x="8778867" y="5029200"/>
          <a:ext cx="869156" cy="0"/>
        </a:xfrm>
        <a:prstGeom prst="line">
          <a:avLst/>
        </a:prstGeom>
        <a:noFill/>
        <a:ln w="952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948F1B32-4D37-48E5-A93F-6651BAEC5464}">
      <dsp:nvSpPr>
        <dsp:cNvPr id="0" name=""/>
        <dsp:cNvSpPr/>
      </dsp:nvSpPr>
      <dsp:spPr>
        <a:xfrm rot="5400000">
          <a:off x="6609061" y="5141606"/>
          <a:ext cx="2299208" cy="2074386"/>
        </a:xfrm>
        <a:prstGeom prst="line">
          <a:avLst/>
        </a:prstGeom>
        <a:noFill/>
        <a:ln w="9525" cap="flat" cmpd="sng" algn="ctr">
          <a:solidFill>
            <a:schemeClr val="tx2">
              <a:lumMod val="7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0ED764C-2785-4240-ADDB-7BCDC35793BE}">
      <dsp:nvSpPr>
        <dsp:cNvPr id="0" name=""/>
        <dsp:cNvSpPr/>
      </dsp:nvSpPr>
      <dsp:spPr>
        <a:xfrm>
          <a:off x="10138653" y="5647076"/>
          <a:ext cx="7824770" cy="9061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032" tIns="45720" rIns="45720" bIns="45720" numCol="1" spcCol="1270" anchor="ctr" anchorCtr="0">
          <a:noAutofit/>
        </a:bodyPr>
        <a:lstStyle/>
        <a:p>
          <a:pPr marL="0" lvl="0" indent="0" algn="l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600" b="0" kern="1200" dirty="0"/>
            <a:t>توزيع مصدر الطاقة (5</a:t>
          </a:r>
          <a:r>
            <a:rPr lang="en-US" sz="3600" b="0" kern="1200" dirty="0"/>
            <a:t> V </a:t>
          </a:r>
          <a:r>
            <a:rPr lang="ar-SA" sz="3600" b="0" kern="1200" dirty="0"/>
            <a:t>و </a:t>
          </a:r>
          <a:r>
            <a:rPr lang="en-US" sz="3600" b="0" kern="1200" dirty="0"/>
            <a:t>(GND</a:t>
          </a:r>
          <a:endParaRPr lang="ar-SA" sz="3600" b="0" kern="1200" dirty="0"/>
        </a:p>
      </dsp:txBody>
      <dsp:txXfrm>
        <a:off x="10138653" y="5647076"/>
        <a:ext cx="7824770" cy="906126"/>
      </dsp:txXfrm>
    </dsp:sp>
    <dsp:sp modelId="{8F8BAF5E-CA1E-478C-81B7-3FB0894F6230}">
      <dsp:nvSpPr>
        <dsp:cNvPr id="0" name=""/>
        <dsp:cNvSpPr/>
      </dsp:nvSpPr>
      <dsp:spPr>
        <a:xfrm>
          <a:off x="9080195" y="6256766"/>
          <a:ext cx="869156" cy="0"/>
        </a:xfrm>
        <a:prstGeom prst="line">
          <a:avLst/>
        </a:prstGeom>
        <a:noFill/>
        <a:ln w="952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68AEE8A2-AF89-47C3-B1B1-7BDF5DD3F49B}">
      <dsp:nvSpPr>
        <dsp:cNvPr id="0" name=""/>
        <dsp:cNvSpPr/>
      </dsp:nvSpPr>
      <dsp:spPr>
        <a:xfrm rot="5400000">
          <a:off x="7808377" y="5996917"/>
          <a:ext cx="1098625" cy="1620642"/>
        </a:xfrm>
        <a:prstGeom prst="line">
          <a:avLst/>
        </a:prstGeom>
        <a:noFill/>
        <a:ln w="9525" cap="flat" cmpd="sng" algn="ctr">
          <a:solidFill>
            <a:schemeClr val="tx2">
              <a:lumMod val="7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912A2-4FBB-4CF0-98E7-76FE4F89EFCE}">
      <dsp:nvSpPr>
        <dsp:cNvPr id="0" name=""/>
        <dsp:cNvSpPr/>
      </dsp:nvSpPr>
      <dsp:spPr>
        <a:xfrm>
          <a:off x="-10394033" y="-1586905"/>
          <a:ext cx="12368611" cy="12368611"/>
        </a:xfrm>
        <a:prstGeom prst="blockArc">
          <a:avLst>
            <a:gd name="adj1" fmla="val 18900000"/>
            <a:gd name="adj2" fmla="val 2700000"/>
            <a:gd name="adj3" fmla="val 175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1BFA44-320F-4A13-BAFC-95201607261B}">
      <dsp:nvSpPr>
        <dsp:cNvPr id="0" name=""/>
        <dsp:cNvSpPr/>
      </dsp:nvSpPr>
      <dsp:spPr>
        <a:xfrm>
          <a:off x="736043" y="484198"/>
          <a:ext cx="11324930" cy="968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373" tIns="101600" rIns="101600" bIns="1016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ar-SA" sz="4000" kern="1200" dirty="0"/>
            <a:t>توصيل الحساسات بلوحة </a:t>
          </a:r>
          <a:r>
            <a:rPr lang="en-US" sz="4000" kern="1200" dirty="0"/>
            <a:t>Arduino Uno</a:t>
          </a:r>
          <a:endParaRPr lang="ar-SA" sz="4000" kern="1200" dirty="0"/>
        </a:p>
      </dsp:txBody>
      <dsp:txXfrm>
        <a:off x="736043" y="484198"/>
        <a:ext cx="11324930" cy="968028"/>
      </dsp:txXfrm>
    </dsp:sp>
    <dsp:sp modelId="{7C7A2D81-C5F9-4EC8-9134-55B5F7402F38}">
      <dsp:nvSpPr>
        <dsp:cNvPr id="0" name=""/>
        <dsp:cNvSpPr/>
      </dsp:nvSpPr>
      <dsp:spPr>
        <a:xfrm>
          <a:off x="131025" y="363194"/>
          <a:ext cx="1210035" cy="12100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05BDB6-B6EE-4EBC-9A8F-B7100A0865CF}">
      <dsp:nvSpPr>
        <dsp:cNvPr id="0" name=""/>
        <dsp:cNvSpPr/>
      </dsp:nvSpPr>
      <dsp:spPr>
        <a:xfrm>
          <a:off x="1532313" y="1936057"/>
          <a:ext cx="10528660" cy="968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373" tIns="101600" rIns="101600" bIns="1016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ar-SA" sz="4000" kern="1200" dirty="0"/>
            <a:t>توصيل محرك السيرفو وقارئ البطاقة الذكية</a:t>
          </a:r>
        </a:p>
      </dsp:txBody>
      <dsp:txXfrm>
        <a:off x="1532313" y="1936057"/>
        <a:ext cx="10528660" cy="968028"/>
      </dsp:txXfrm>
    </dsp:sp>
    <dsp:sp modelId="{9AC2A481-0C89-4FB9-A6CB-B49AF1B72BD0}">
      <dsp:nvSpPr>
        <dsp:cNvPr id="0" name=""/>
        <dsp:cNvSpPr/>
      </dsp:nvSpPr>
      <dsp:spPr>
        <a:xfrm>
          <a:off x="927295" y="1815053"/>
          <a:ext cx="1210035" cy="12100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1301B0-1FDB-46DA-9079-B23206DC2681}">
      <dsp:nvSpPr>
        <dsp:cNvPr id="0" name=""/>
        <dsp:cNvSpPr/>
      </dsp:nvSpPr>
      <dsp:spPr>
        <a:xfrm>
          <a:off x="1896427" y="3387916"/>
          <a:ext cx="10164546" cy="968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373" tIns="101600" rIns="101600" bIns="1016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/>
            <a:buNone/>
          </a:pPr>
          <a:r>
            <a:rPr lang="ar-SA" sz="4000" kern="1200" dirty="0"/>
            <a:t>ربط وحدة </a:t>
          </a:r>
          <a:r>
            <a:rPr lang="en-US" sz="4000" kern="1200" dirty="0"/>
            <a:t>ESP8266 </a:t>
          </a:r>
          <a:r>
            <a:rPr lang="ar-SA" sz="4000" kern="1200" dirty="0"/>
            <a:t>بالنظام</a:t>
          </a:r>
        </a:p>
      </dsp:txBody>
      <dsp:txXfrm>
        <a:off x="1896427" y="3387916"/>
        <a:ext cx="10164546" cy="968028"/>
      </dsp:txXfrm>
    </dsp:sp>
    <dsp:sp modelId="{B035182F-6A00-4C2B-A3E6-16DF5F81569E}">
      <dsp:nvSpPr>
        <dsp:cNvPr id="0" name=""/>
        <dsp:cNvSpPr/>
      </dsp:nvSpPr>
      <dsp:spPr>
        <a:xfrm>
          <a:off x="1291409" y="3266912"/>
          <a:ext cx="1210035" cy="12100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96EC1D-3E76-4B7E-A87F-452335069D91}">
      <dsp:nvSpPr>
        <dsp:cNvPr id="0" name=""/>
        <dsp:cNvSpPr/>
      </dsp:nvSpPr>
      <dsp:spPr>
        <a:xfrm>
          <a:off x="1896427" y="4838855"/>
          <a:ext cx="10164546" cy="968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373" tIns="101600" rIns="101600" bIns="1016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000" kern="1200"/>
            <a:t>برمجة النظام باستخدام </a:t>
          </a:r>
          <a:r>
            <a:rPr lang="en-US" sz="4000" kern="1200"/>
            <a:t>Arduino IDE</a:t>
          </a:r>
          <a:endParaRPr lang="ar-SA" sz="4000" kern="1200" dirty="0"/>
        </a:p>
      </dsp:txBody>
      <dsp:txXfrm>
        <a:off x="1896427" y="4838855"/>
        <a:ext cx="10164546" cy="968028"/>
      </dsp:txXfrm>
    </dsp:sp>
    <dsp:sp modelId="{2E381603-70AE-411E-B34A-9A1B28254110}">
      <dsp:nvSpPr>
        <dsp:cNvPr id="0" name=""/>
        <dsp:cNvSpPr/>
      </dsp:nvSpPr>
      <dsp:spPr>
        <a:xfrm>
          <a:off x="1291409" y="4717851"/>
          <a:ext cx="1210035" cy="12100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EE847A-6E5E-47ED-A247-0008D9E05E83}">
      <dsp:nvSpPr>
        <dsp:cNvPr id="0" name=""/>
        <dsp:cNvSpPr/>
      </dsp:nvSpPr>
      <dsp:spPr>
        <a:xfrm>
          <a:off x="1532313" y="6290714"/>
          <a:ext cx="10528660" cy="968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373" tIns="101600" rIns="101600" bIns="1016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000" kern="1200"/>
            <a:t>اختبار كل مكون بشكل منفصل</a:t>
          </a:r>
          <a:endParaRPr lang="ar-SA" sz="4000" kern="1200" dirty="0"/>
        </a:p>
      </dsp:txBody>
      <dsp:txXfrm>
        <a:off x="1532313" y="6290714"/>
        <a:ext cx="10528660" cy="968028"/>
      </dsp:txXfrm>
    </dsp:sp>
    <dsp:sp modelId="{2DB66B47-6335-46AE-864C-2CB94F30C27B}">
      <dsp:nvSpPr>
        <dsp:cNvPr id="0" name=""/>
        <dsp:cNvSpPr/>
      </dsp:nvSpPr>
      <dsp:spPr>
        <a:xfrm>
          <a:off x="927295" y="6169710"/>
          <a:ext cx="1210035" cy="12100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E04761-5AF1-448F-9CEE-7EEA15D64332}">
      <dsp:nvSpPr>
        <dsp:cNvPr id="0" name=""/>
        <dsp:cNvSpPr/>
      </dsp:nvSpPr>
      <dsp:spPr>
        <a:xfrm>
          <a:off x="736043" y="7742573"/>
          <a:ext cx="11324930" cy="9680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8373" tIns="101600" rIns="101600" bIns="101600" numCol="1" spcCol="1270" anchor="ctr" anchorCtr="0">
          <a:noAutofit/>
        </a:bodyPr>
        <a:lstStyle/>
        <a:p>
          <a:pPr marL="0" lvl="0" indent="0" algn="ctr" defTabSz="1778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4000" kern="1200"/>
            <a:t>تشغيل النظام واختباره بشكل كامل</a:t>
          </a:r>
          <a:endParaRPr lang="ar-EG" sz="4000" b="1" kern="1200" dirty="0">
            <a:solidFill>
              <a:srgbClr val="414042"/>
            </a:solidFill>
            <a:latin typeface="Vazir Medium"/>
            <a:ea typeface="Vazir Medium"/>
            <a:cs typeface="Vazir Medium"/>
            <a:sym typeface="Vazir Medium"/>
            <a:rtl/>
          </a:endParaRPr>
        </a:p>
      </dsp:txBody>
      <dsp:txXfrm>
        <a:off x="736043" y="7742573"/>
        <a:ext cx="11324930" cy="968028"/>
      </dsp:txXfrm>
    </dsp:sp>
    <dsp:sp modelId="{7E30CA3F-8CD7-4550-A2FE-EB509448D789}">
      <dsp:nvSpPr>
        <dsp:cNvPr id="0" name=""/>
        <dsp:cNvSpPr/>
      </dsp:nvSpPr>
      <dsp:spPr>
        <a:xfrm>
          <a:off x="131025" y="7621569"/>
          <a:ext cx="1210035" cy="121003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F95B12-B8F7-4CFC-A9F4-428A4242D58D}">
      <dsp:nvSpPr>
        <dsp:cNvPr id="0" name=""/>
        <dsp:cNvSpPr/>
      </dsp:nvSpPr>
      <dsp:spPr>
        <a:xfrm rot="5400000">
          <a:off x="1137753" y="615388"/>
          <a:ext cx="2743157" cy="2731591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DED05-1A6C-4007-9E69-1DC4D60B988C}">
      <dsp:nvSpPr>
        <dsp:cNvPr id="0" name=""/>
        <dsp:cNvSpPr/>
      </dsp:nvSpPr>
      <dsp:spPr>
        <a:xfrm rot="18751702">
          <a:off x="1042552" y="963296"/>
          <a:ext cx="2742433" cy="2172628"/>
        </a:xfrm>
        <a:prstGeom prst="pie">
          <a:avLst>
            <a:gd name="adj1" fmla="val 135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89553F-4EC0-439E-BB26-4132B160BECE}">
      <dsp:nvSpPr>
        <dsp:cNvPr id="0" name=""/>
        <dsp:cNvSpPr/>
      </dsp:nvSpPr>
      <dsp:spPr>
        <a:xfrm>
          <a:off x="609600" y="3352797"/>
          <a:ext cx="3149894" cy="9722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16002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600" b="0" kern="1200" dirty="0"/>
            <a:t>تحسين مستوى الأمان والسلامة</a:t>
          </a:r>
        </a:p>
      </dsp:txBody>
      <dsp:txXfrm>
        <a:off x="609600" y="3352797"/>
        <a:ext cx="3149894" cy="972219"/>
      </dsp:txXfrm>
    </dsp:sp>
    <dsp:sp modelId="{ED097E96-96EC-4D7A-B1A9-80BA1B957DE8}">
      <dsp:nvSpPr>
        <dsp:cNvPr id="0" name=""/>
        <dsp:cNvSpPr/>
      </dsp:nvSpPr>
      <dsp:spPr>
        <a:xfrm rot="5400000">
          <a:off x="5668759" y="392642"/>
          <a:ext cx="2268214" cy="3006927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028C4-12A9-43B4-882C-4C4819F9A46E}">
      <dsp:nvSpPr>
        <dsp:cNvPr id="0" name=""/>
        <dsp:cNvSpPr/>
      </dsp:nvSpPr>
      <dsp:spPr>
        <a:xfrm rot="1467252">
          <a:off x="5405097" y="1077704"/>
          <a:ext cx="1935951" cy="1864849"/>
        </a:xfrm>
        <a:prstGeom prst="pie">
          <a:avLst>
            <a:gd name="adj1" fmla="val 108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E5A35-BEB9-4F61-AE2E-502695A60995}">
      <dsp:nvSpPr>
        <dsp:cNvPr id="0" name=""/>
        <dsp:cNvSpPr/>
      </dsp:nvSpPr>
      <dsp:spPr>
        <a:xfrm>
          <a:off x="5029199" y="3276605"/>
          <a:ext cx="3084300" cy="10727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600" b="0" kern="1200" dirty="0"/>
            <a:t>تحكم آلي في حركة الأبواب والدخول</a:t>
          </a:r>
        </a:p>
      </dsp:txBody>
      <dsp:txXfrm>
        <a:off x="5029199" y="3276605"/>
        <a:ext cx="3084300" cy="1072767"/>
      </dsp:txXfrm>
    </dsp:sp>
    <dsp:sp modelId="{7D3E1A66-0DDE-417D-9473-E07BCF066EF8}">
      <dsp:nvSpPr>
        <dsp:cNvPr id="0" name=""/>
        <dsp:cNvSpPr/>
      </dsp:nvSpPr>
      <dsp:spPr>
        <a:xfrm rot="5400000">
          <a:off x="10202689" y="457206"/>
          <a:ext cx="2438390" cy="2896113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178B6F-05F9-4318-9488-502E4E577024}">
      <dsp:nvSpPr>
        <dsp:cNvPr id="0" name=""/>
        <dsp:cNvSpPr/>
      </dsp:nvSpPr>
      <dsp:spPr>
        <a:xfrm rot="5400000">
          <a:off x="10405536" y="960578"/>
          <a:ext cx="1752594" cy="2117963"/>
        </a:xfrm>
        <a:prstGeom prst="pie">
          <a:avLst>
            <a:gd name="adj1" fmla="val 81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F08AB0-9A9E-4B25-8971-6180DF82AC7C}">
      <dsp:nvSpPr>
        <dsp:cNvPr id="0" name=""/>
        <dsp:cNvSpPr/>
      </dsp:nvSpPr>
      <dsp:spPr>
        <a:xfrm>
          <a:off x="9107054" y="3200391"/>
          <a:ext cx="4189221" cy="11883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1600200" rtl="1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600" kern="1200" dirty="0"/>
            <a:t>استجابة سريعة للمخاطر البيئية</a:t>
          </a:r>
        </a:p>
      </dsp:txBody>
      <dsp:txXfrm>
        <a:off x="9107054" y="3200391"/>
        <a:ext cx="4189221" cy="1188378"/>
      </dsp:txXfrm>
    </dsp:sp>
    <dsp:sp modelId="{6A031F4D-0B0E-42FE-A2AA-E9EAC9521C62}">
      <dsp:nvSpPr>
        <dsp:cNvPr id="0" name=""/>
        <dsp:cNvSpPr/>
      </dsp:nvSpPr>
      <dsp:spPr>
        <a:xfrm rot="5400000">
          <a:off x="14325864" y="266974"/>
          <a:ext cx="2590261" cy="3352788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492D9C-8799-4B1A-8619-617F431D47E7}">
      <dsp:nvSpPr>
        <dsp:cNvPr id="0" name=""/>
        <dsp:cNvSpPr/>
      </dsp:nvSpPr>
      <dsp:spPr>
        <a:xfrm rot="5400000">
          <a:off x="14630398" y="777667"/>
          <a:ext cx="1889339" cy="2498931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7CE812-D727-4E36-B958-BF82BA447878}">
      <dsp:nvSpPr>
        <dsp:cNvPr id="0" name=""/>
        <dsp:cNvSpPr/>
      </dsp:nvSpPr>
      <dsp:spPr>
        <a:xfrm>
          <a:off x="13792201" y="3124200"/>
          <a:ext cx="3175693" cy="12023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ctr" defTabSz="1600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600" kern="1200" dirty="0"/>
            <a:t>تنفيذ نظام منزل ذكي متكامل</a:t>
          </a:r>
        </a:p>
      </dsp:txBody>
      <dsp:txXfrm>
        <a:off x="13792201" y="3124200"/>
        <a:ext cx="3175693" cy="12023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6446B-150C-4B97-8604-5FDF92712512}">
      <dsp:nvSpPr>
        <dsp:cNvPr id="0" name=""/>
        <dsp:cNvSpPr/>
      </dsp:nvSpPr>
      <dsp:spPr>
        <a:xfrm>
          <a:off x="5984577" y="2214682"/>
          <a:ext cx="5480645" cy="5480645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82550" tIns="82550" rIns="82550" bIns="82550" numCol="1" spcCol="1270" anchor="ctr" anchorCtr="0">
          <a:noAutofit/>
        </a:bodyPr>
        <a:lstStyle/>
        <a:p>
          <a:pPr marL="0" lvl="0" indent="0" algn="ctr" defTabSz="2889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6500" b="1" kern="1200" dirty="0"/>
            <a:t>التحسينات المستقبلية</a:t>
          </a:r>
          <a:endParaRPr lang="ar-SA" sz="6500" kern="1200" dirty="0"/>
        </a:p>
      </dsp:txBody>
      <dsp:txXfrm>
        <a:off x="6787199" y="3017304"/>
        <a:ext cx="3875401" cy="3875401"/>
      </dsp:txXfrm>
    </dsp:sp>
    <dsp:sp modelId="{2A8F4AEB-A253-4A66-8326-546B3C9FF565}">
      <dsp:nvSpPr>
        <dsp:cNvPr id="0" name=""/>
        <dsp:cNvSpPr/>
      </dsp:nvSpPr>
      <dsp:spPr>
        <a:xfrm>
          <a:off x="7354738" y="978"/>
          <a:ext cx="2740322" cy="27403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500" kern="1200" dirty="0"/>
            <a:t>دعم التحكم الصوتي</a:t>
          </a:r>
        </a:p>
      </dsp:txBody>
      <dsp:txXfrm>
        <a:off x="7756049" y="402289"/>
        <a:ext cx="1937700" cy="1937700"/>
      </dsp:txXfrm>
    </dsp:sp>
    <dsp:sp modelId="{222F656C-2645-4326-8F09-B6E7496EBD7D}">
      <dsp:nvSpPr>
        <dsp:cNvPr id="0" name=""/>
        <dsp:cNvSpPr/>
      </dsp:nvSpPr>
      <dsp:spPr>
        <a:xfrm>
          <a:off x="10923899" y="3570138"/>
          <a:ext cx="2740322" cy="27403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500" kern="1200" dirty="0"/>
            <a:t>ربط النظام بمنصات سحابية</a:t>
          </a:r>
        </a:p>
      </dsp:txBody>
      <dsp:txXfrm>
        <a:off x="11325210" y="3971449"/>
        <a:ext cx="1937700" cy="1937700"/>
      </dsp:txXfrm>
    </dsp:sp>
    <dsp:sp modelId="{19AAD0AF-BD9C-492A-8462-AB43C8D60E0A}">
      <dsp:nvSpPr>
        <dsp:cNvPr id="0" name=""/>
        <dsp:cNvSpPr/>
      </dsp:nvSpPr>
      <dsp:spPr>
        <a:xfrm>
          <a:off x="7354738" y="7139299"/>
          <a:ext cx="2740322" cy="27403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500" kern="1200" dirty="0"/>
            <a:t>إضافة كاميرات مراقبة</a:t>
          </a:r>
        </a:p>
      </dsp:txBody>
      <dsp:txXfrm>
        <a:off x="7756049" y="7540610"/>
        <a:ext cx="1937700" cy="1937700"/>
      </dsp:txXfrm>
    </dsp:sp>
    <dsp:sp modelId="{1FC48ECD-036B-4EDE-827D-AA0B4F7F50FB}">
      <dsp:nvSpPr>
        <dsp:cNvPr id="0" name=""/>
        <dsp:cNvSpPr/>
      </dsp:nvSpPr>
      <dsp:spPr>
        <a:xfrm>
          <a:off x="3785578" y="3570138"/>
          <a:ext cx="2740322" cy="274032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3500" kern="1200" dirty="0"/>
            <a:t>إرسال تنبيهات فورية عبر الإنترنت</a:t>
          </a:r>
        </a:p>
      </dsp:txBody>
      <dsp:txXfrm>
        <a:off x="4186889" y="3971449"/>
        <a:ext cx="1937700" cy="19377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4D47CE-AD48-4F8C-B356-88E1FEB28021}">
      <dsp:nvSpPr>
        <dsp:cNvPr id="0" name=""/>
        <dsp:cNvSpPr/>
      </dsp:nvSpPr>
      <dsp:spPr>
        <a:xfrm>
          <a:off x="0" y="0"/>
          <a:ext cx="5665537" cy="566553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B90E9-8B63-458B-907E-7098587C0C34}">
      <dsp:nvSpPr>
        <dsp:cNvPr id="0" name=""/>
        <dsp:cNvSpPr/>
      </dsp:nvSpPr>
      <dsp:spPr>
        <a:xfrm>
          <a:off x="2832768" y="0"/>
          <a:ext cx="14452599" cy="566553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marL="0" lvl="0" indent="0" algn="ctr" defTabSz="2889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r-SA" sz="6500" kern="1200" dirty="0"/>
            <a:t>ي</a:t>
          </a:r>
          <a:r>
            <a:rPr lang="ar-SA" sz="6000" b="1" kern="1200" dirty="0"/>
            <a:t>ُبرز هذا المشروع أهمية استخدام الأنظمة المدمجة وتقنيات إنترنت الأشياء في تطوير حلول ذكية للمنازل، ويؤكد قدرة </a:t>
          </a:r>
          <a:r>
            <a:rPr lang="en-US" sz="6000" b="1" kern="1200" dirty="0"/>
            <a:t>Arduino Uno </a:t>
          </a:r>
          <a:r>
            <a:rPr lang="ar-SA" sz="6000" b="1" kern="1200" dirty="0"/>
            <a:t>و </a:t>
          </a:r>
          <a:r>
            <a:rPr lang="en-US" sz="6000" b="1" kern="1200" dirty="0"/>
            <a:t>ESP8266 </a:t>
          </a:r>
          <a:r>
            <a:rPr lang="ar-SA" sz="6000" b="1" kern="1200" dirty="0"/>
            <a:t>على بناء أنظمة فعالة، آمنة، وقابلة للتطوير.</a:t>
          </a:r>
        </a:p>
      </dsp:txBody>
      <dsp:txXfrm>
        <a:off x="2832768" y="0"/>
        <a:ext cx="14452599" cy="56655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4305300" y="0"/>
            <a:ext cx="9677400" cy="20313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ar-SA" sz="6600" b="1" dirty="0">
                <a:solidFill>
                  <a:schemeClr val="bg1"/>
                </a:solidFill>
              </a:rPr>
              <a:t>منزل ذكي باستخدام</a:t>
            </a:r>
          </a:p>
          <a:p>
            <a:pPr algn="ctr" rtl="1"/>
            <a:r>
              <a:rPr lang="ar-SA" sz="6600" b="1" dirty="0">
                <a:solidFill>
                  <a:schemeClr val="bg1"/>
                </a:solidFill>
              </a:rPr>
              <a:t> </a:t>
            </a:r>
            <a:r>
              <a:rPr lang="en-US" sz="6600" b="1" dirty="0">
                <a:solidFill>
                  <a:schemeClr val="bg1"/>
                </a:solidFill>
              </a:rPr>
              <a:t> Arduino Uno </a:t>
            </a:r>
            <a:r>
              <a:rPr lang="ar-SA" sz="6600" b="1" dirty="0">
                <a:solidFill>
                  <a:schemeClr val="bg1"/>
                </a:solidFill>
              </a:rPr>
              <a:t>و </a:t>
            </a:r>
            <a:r>
              <a:rPr lang="en-US" sz="6600" b="1" dirty="0">
                <a:solidFill>
                  <a:schemeClr val="bg1"/>
                </a:solidFill>
              </a:rPr>
              <a:t>ESP8266</a:t>
            </a:r>
            <a:endParaRPr lang="ar-EG" sz="6000" b="1" dirty="0">
              <a:solidFill>
                <a:schemeClr val="bg1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4DFB1825-0EF6-0F3E-C771-29382FAB3950}"/>
              </a:ext>
            </a:extLst>
          </p:cNvPr>
          <p:cNvSpPr txBox="1"/>
          <p:nvPr/>
        </p:nvSpPr>
        <p:spPr>
          <a:xfrm>
            <a:off x="228600" y="8039100"/>
            <a:ext cx="3646800" cy="182492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4000" b="1" dirty="0">
                <a:solidFill>
                  <a:schemeClr val="bg1"/>
                </a:solidFill>
              </a:rPr>
              <a:t>اشراف المهندس / حذيفة المليكي</a:t>
            </a:r>
          </a:p>
        </p:txBody>
      </p:sp>
      <p:sp>
        <p:nvSpPr>
          <p:cNvPr id="12" name="مستطيل: زوايا علوية مقصوصة 11">
            <a:extLst>
              <a:ext uri="{FF2B5EF4-FFF2-40B4-BE49-F238E27FC236}">
                <a16:creationId xmlns:a16="http://schemas.microsoft.com/office/drawing/2014/main" id="{E630474A-7CBE-EB15-5FA8-89259DE67D4D}"/>
              </a:ext>
            </a:extLst>
          </p:cNvPr>
          <p:cNvSpPr/>
          <p:nvPr/>
        </p:nvSpPr>
        <p:spPr>
          <a:xfrm>
            <a:off x="12725401" y="7092843"/>
            <a:ext cx="5562600" cy="3028950"/>
          </a:xfrm>
          <a:prstGeom prst="snip2SameRect">
            <a:avLst>
              <a:gd name="adj1" fmla="val 37637"/>
              <a:gd name="adj2" fmla="val 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/>
            <a:r>
              <a:rPr lang="ar-SA" sz="4800" b="1" dirty="0">
                <a:solidFill>
                  <a:schemeClr val="bg1"/>
                </a:solidFill>
              </a:rPr>
              <a:t>اعداد الطلاب /</a:t>
            </a:r>
          </a:p>
          <a:p>
            <a:pPr algn="r" rtl="1"/>
            <a:r>
              <a:rPr lang="ar-SA" sz="4800" b="1" dirty="0">
                <a:solidFill>
                  <a:schemeClr val="bg1"/>
                </a:solidFill>
              </a:rPr>
              <a:t>إسحاق أنور المواز</a:t>
            </a:r>
          </a:p>
          <a:p>
            <a:pPr algn="r" rtl="1"/>
            <a:r>
              <a:rPr lang="ar-SA" sz="4800" b="1" dirty="0">
                <a:solidFill>
                  <a:schemeClr val="bg1"/>
                </a:solidFill>
              </a:rPr>
              <a:t>انس احمد العواضي</a:t>
            </a:r>
          </a:p>
          <a:p>
            <a:pPr algn="r" rtl="1"/>
            <a:r>
              <a:rPr lang="ar-SA" sz="4800" b="1" dirty="0">
                <a:solidFill>
                  <a:schemeClr val="bg1"/>
                </a:solidFill>
              </a:rPr>
              <a:t>بدر الدين عيثان</a:t>
            </a:r>
          </a:p>
          <a:p>
            <a:pPr algn="ctr"/>
            <a:endParaRPr lang="ar-SA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id="{8838FF40-4963-6CFC-23E2-FC3A26B2E3ED}"/>
              </a:ext>
            </a:extLst>
          </p:cNvPr>
          <p:cNvSpPr/>
          <p:nvPr/>
        </p:nvSpPr>
        <p:spPr>
          <a:xfrm>
            <a:off x="5714999" y="441561"/>
            <a:ext cx="6400800" cy="2885199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6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مقدمة عن </a:t>
            </a:r>
            <a:r>
              <a:rPr lang="ar-SA" sz="6600" b="1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الأردوينو</a:t>
            </a:r>
            <a:r>
              <a:rPr lang="ar-SA" sz="6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66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(Arduino)</a:t>
            </a:r>
          </a:p>
          <a:p>
            <a:pPr algn="ctr"/>
            <a:endParaRPr lang="ar-SA" b="1" dirty="0">
              <a:solidFill>
                <a:schemeClr val="bg1"/>
              </a:solidFill>
            </a:endParaRPr>
          </a:p>
        </p:txBody>
      </p:sp>
      <p:grpSp>
        <p:nvGrpSpPr>
          <p:cNvPr id="5" name="مجموعة 4">
            <a:extLst>
              <a:ext uri="{FF2B5EF4-FFF2-40B4-BE49-F238E27FC236}">
                <a16:creationId xmlns:a16="http://schemas.microsoft.com/office/drawing/2014/main" id="{4A237A6B-BDB1-B033-725B-362E4B577A10}"/>
              </a:ext>
            </a:extLst>
          </p:cNvPr>
          <p:cNvGrpSpPr/>
          <p:nvPr/>
        </p:nvGrpSpPr>
        <p:grpSpPr>
          <a:xfrm>
            <a:off x="914400" y="3336446"/>
            <a:ext cx="16002000" cy="6667305"/>
            <a:chOff x="13447" y="624480"/>
            <a:chExt cx="11087100" cy="5348656"/>
          </a:xfrm>
        </p:grpSpPr>
        <p:grpSp>
          <p:nvGrpSpPr>
            <p:cNvPr id="2" name="Group 2"/>
            <p:cNvGrpSpPr/>
            <p:nvPr/>
          </p:nvGrpSpPr>
          <p:grpSpPr>
            <a:xfrm>
              <a:off x="13447" y="624480"/>
              <a:ext cx="11087100" cy="5348656"/>
              <a:chOff x="0" y="-86864"/>
              <a:chExt cx="4994894" cy="2645523"/>
            </a:xfrm>
          </p:grpSpPr>
          <p:sp>
            <p:nvSpPr>
              <p:cNvPr id="3" name="Freeform 3"/>
              <p:cNvSpPr/>
              <p:nvPr/>
            </p:nvSpPr>
            <p:spPr>
              <a:xfrm flipH="1">
                <a:off x="0" y="-86864"/>
                <a:ext cx="4994894" cy="2645523"/>
              </a:xfrm>
              <a:custGeom>
                <a:avLst/>
                <a:gdLst/>
                <a:ahLst/>
                <a:cxnLst/>
                <a:rect l="l" t="t" r="r" b="b"/>
                <a:pathLst>
                  <a:path w="4994894" h="3275133">
                    <a:moveTo>
                      <a:pt x="304800" y="0"/>
                    </a:moveTo>
                    <a:lnTo>
                      <a:pt x="4690094" y="0"/>
                    </a:lnTo>
                    <a:cubicBezTo>
                      <a:pt x="4859004" y="0"/>
                      <a:pt x="4994894" y="135890"/>
                      <a:pt x="4994894" y="304800"/>
                    </a:cubicBezTo>
                    <a:lnTo>
                      <a:pt x="4994894" y="2970333"/>
                    </a:lnTo>
                    <a:cubicBezTo>
                      <a:pt x="4994894" y="3139243"/>
                      <a:pt x="4859004" y="3275133"/>
                      <a:pt x="4690094" y="3275133"/>
                    </a:cubicBezTo>
                    <a:lnTo>
                      <a:pt x="304800" y="3275133"/>
                    </a:lnTo>
                    <a:cubicBezTo>
                      <a:pt x="135890" y="3275133"/>
                      <a:pt x="0" y="3139243"/>
                      <a:pt x="0" y="2970333"/>
                    </a:cubicBezTo>
                    <a:lnTo>
                      <a:pt x="0" y="304800"/>
                    </a:lnTo>
                    <a:cubicBezTo>
                      <a:pt x="0" y="135890"/>
                      <a:pt x="135890" y="0"/>
                      <a:pt x="304800" y="0"/>
                    </a:cubicBezTo>
                    <a:close/>
                  </a:path>
                </a:pathLst>
              </a:custGeom>
              <a:solidFill>
                <a:srgbClr val="F1F1F1"/>
              </a:solidFill>
            </p:spPr>
            <p:txBody>
              <a:bodyPr/>
              <a:lstStyle/>
              <a:p>
                <a:endParaRPr lang="ar-SA" dirty="0"/>
              </a:p>
            </p:txBody>
          </p:sp>
        </p:grpSp>
        <p:sp>
          <p:nvSpPr>
            <p:cNvPr id="4" name="TextBox 4"/>
            <p:cNvSpPr txBox="1"/>
            <p:nvPr/>
          </p:nvSpPr>
          <p:spPr>
            <a:xfrm>
              <a:off x="364984" y="952500"/>
              <a:ext cx="10384025" cy="42210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/>
              <a:r>
                <a:rPr lang="ar-SA" sz="4000" dirty="0" err="1"/>
                <a:t>الأردوينو</a:t>
              </a:r>
              <a:r>
                <a:rPr lang="ar-SA" sz="4000" dirty="0"/>
                <a:t> هو </a:t>
              </a:r>
              <a:r>
                <a:rPr lang="ar-SA" sz="4000" b="1" dirty="0"/>
                <a:t>منصة إلكترونية مفتوحة المصدر</a:t>
              </a:r>
              <a:r>
                <a:rPr lang="ar-SA" sz="4000" dirty="0"/>
                <a:t> تُستخدم لتطوير الأنظمة المدمجة والأنظمة الذكية.</a:t>
              </a:r>
              <a:br>
                <a:rPr lang="ar-SA" sz="4000" dirty="0"/>
              </a:br>
              <a:r>
                <a:rPr lang="ar-SA" sz="4000" dirty="0"/>
                <a:t> يعتمد على متحكم دقيق </a:t>
              </a:r>
              <a:r>
                <a:rPr lang="en-US" sz="4000" dirty="0"/>
                <a:t>(Microcontroller) </a:t>
              </a:r>
              <a:r>
                <a:rPr lang="ar-SA" sz="4000" dirty="0"/>
                <a:t>قادر على قراءة الإشارات من الحساسات والتحكم في المشغلات.</a:t>
              </a:r>
            </a:p>
            <a:p>
              <a:pPr algn="r" rtl="1"/>
              <a:r>
                <a:rPr lang="ar-SA" sz="4000" dirty="0"/>
                <a:t>يتميز </a:t>
              </a:r>
              <a:r>
                <a:rPr lang="ar-SA" sz="4000" dirty="0" err="1"/>
                <a:t>الأردوينو</a:t>
              </a:r>
              <a:r>
                <a:rPr lang="ar-SA" sz="4000" dirty="0"/>
                <a:t> بسهولة البرمجة، وانخفاض التكلفة، ودعمه الواسع للمكونات الإلكترونية، مما يجعله مناسبًا للمشاريع التعليمية والتطبيقية.</a:t>
              </a:r>
            </a:p>
            <a:p>
              <a:pPr algn="r" rtl="1"/>
              <a:endParaRPr lang="ar-SA" sz="4000" dirty="0"/>
            </a:p>
            <a:p>
              <a:pPr algn="r" rtl="1"/>
              <a:r>
                <a:rPr lang="ar-SA" sz="4000" b="1" dirty="0"/>
                <a:t>مجالات الاستخدام:</a:t>
              </a:r>
              <a:r>
                <a:rPr lang="ar-SA" sz="4000" dirty="0"/>
                <a:t> الروبوتات، أنظمة التحكم، الأتمتة الصناعية، ومشاريع إنترنت الأشياء </a:t>
              </a:r>
              <a:r>
                <a:rPr lang="en-US" sz="4000" dirty="0"/>
                <a:t>.(IoT)</a:t>
              </a:r>
              <a:endParaRPr lang="ar-SA" sz="4000" dirty="0"/>
            </a:p>
          </p:txBody>
        </p:sp>
      </p:grpSp>
      <p:sp>
        <p:nvSpPr>
          <p:cNvPr id="9" name="TextBox 4">
            <a:extLst>
              <a:ext uri="{FF2B5EF4-FFF2-40B4-BE49-F238E27FC236}">
                <a16:creationId xmlns:a16="http://schemas.microsoft.com/office/drawing/2014/main" id="{E8868E33-99FE-6AA4-6D73-E9EA103B5179}"/>
              </a:ext>
            </a:extLst>
          </p:cNvPr>
          <p:cNvSpPr txBox="1"/>
          <p:nvPr/>
        </p:nvSpPr>
        <p:spPr>
          <a:xfrm>
            <a:off x="304801" y="3298346"/>
            <a:ext cx="1038402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endParaRPr lang="ar-SA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9154332" y="566571"/>
            <a:ext cx="8115300" cy="108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rtl="1">
              <a:lnSpc>
                <a:spcPts val="8400"/>
              </a:lnSpc>
            </a:pPr>
            <a:r>
              <a:rPr lang="ar-SA" sz="7200" b="1" dirty="0"/>
              <a:t>لوحة </a:t>
            </a:r>
            <a:r>
              <a:rPr lang="en-US" sz="7200" b="1" dirty="0"/>
              <a:t>Arduino Uno</a:t>
            </a:r>
            <a:endParaRPr lang="ar-EG" sz="7000" b="1" dirty="0">
              <a:solidFill>
                <a:srgbClr val="414042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6B1FA88C-D267-953C-7A18-72FA7D3BE9DF}"/>
              </a:ext>
            </a:extLst>
          </p:cNvPr>
          <p:cNvSpPr txBox="1"/>
          <p:nvPr/>
        </p:nvSpPr>
        <p:spPr>
          <a:xfrm>
            <a:off x="10737981" y="1934422"/>
            <a:ext cx="7247801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en-US" sz="4000" dirty="0"/>
              <a:t>Arduino Uno </a:t>
            </a:r>
            <a:r>
              <a:rPr lang="ar-SA" sz="4000" dirty="0"/>
              <a:t> هي لوحة تطوير تعتمد على المتحكم </a:t>
            </a:r>
            <a:r>
              <a:rPr lang="en-US" sz="4000" dirty="0"/>
              <a:t>.</a:t>
            </a:r>
            <a:r>
              <a:rPr lang="en-US" sz="4000" b="1" dirty="0"/>
              <a:t>ATmega328P</a:t>
            </a:r>
            <a:endParaRPr lang="en-US" sz="4000" dirty="0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D6E1B80-DDC8-57C7-8D17-254AB1B9E184}"/>
              </a:ext>
            </a:extLst>
          </p:cNvPr>
          <p:cNvSpPr txBox="1"/>
          <p:nvPr/>
        </p:nvSpPr>
        <p:spPr>
          <a:xfrm>
            <a:off x="2488959" y="533477"/>
            <a:ext cx="3883897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ar-SA" sz="4400" b="1" dirty="0"/>
              <a:t>خصائصها الأساسية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60FB09A6-75A8-6FA0-A945-29A570D1418C}"/>
              </a:ext>
            </a:extLst>
          </p:cNvPr>
          <p:cNvSpPr txBox="1"/>
          <p:nvPr/>
        </p:nvSpPr>
        <p:spPr>
          <a:xfrm>
            <a:off x="801088" y="8310632"/>
            <a:ext cx="747950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3600" b="1" dirty="0"/>
              <a:t>دورها في المشروع:</a:t>
            </a:r>
            <a:r>
              <a:rPr lang="ar-SA" sz="3600" dirty="0"/>
              <a:t> تمثل وحدة التحكم المركزية المسؤولة عن معالجة البيانات وإدارة المكونات.</a:t>
            </a:r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56AD19B0-3071-88CA-0A70-4935A408B1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9800" y="3912393"/>
            <a:ext cx="8153399" cy="6019800"/>
          </a:xfrm>
          <a:prstGeom prst="rect">
            <a:avLst/>
          </a:prstGeom>
        </p:spPr>
      </p:pic>
      <p:sp>
        <p:nvSpPr>
          <p:cNvPr id="10" name="TextBox 3">
            <a:extLst>
              <a:ext uri="{FF2B5EF4-FFF2-40B4-BE49-F238E27FC236}">
                <a16:creationId xmlns:a16="http://schemas.microsoft.com/office/drawing/2014/main" id="{EE8811CD-1C89-7946-EE24-8CD32C711F79}"/>
              </a:ext>
            </a:extLst>
          </p:cNvPr>
          <p:cNvSpPr txBox="1"/>
          <p:nvPr/>
        </p:nvSpPr>
        <p:spPr>
          <a:xfrm>
            <a:off x="-86276" y="6354466"/>
            <a:ext cx="6002453" cy="728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3600" dirty="0"/>
              <a:t>في هذا المشروع كوحدة التحكم الرئيسية.</a:t>
            </a:r>
          </a:p>
        </p:txBody>
      </p:sp>
      <p:sp>
        <p:nvSpPr>
          <p:cNvPr id="11" name="TextBox 3">
            <a:extLst>
              <a:ext uri="{FF2B5EF4-FFF2-40B4-BE49-F238E27FC236}">
                <a16:creationId xmlns:a16="http://schemas.microsoft.com/office/drawing/2014/main" id="{3A9E157A-AD2F-4F71-FE86-2B432FCFD412}"/>
              </a:ext>
            </a:extLst>
          </p:cNvPr>
          <p:cNvSpPr txBox="1"/>
          <p:nvPr/>
        </p:nvSpPr>
        <p:spPr>
          <a:xfrm>
            <a:off x="-89615" y="5431861"/>
            <a:ext cx="6002453" cy="7415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3600" dirty="0"/>
              <a:t>قابلة للبرمجة باستخدام </a:t>
            </a:r>
            <a:r>
              <a:rPr lang="en-US" sz="3600" dirty="0"/>
              <a:t>Arduino IDE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78C42664-C590-C079-9642-B933D770D5F5}"/>
              </a:ext>
            </a:extLst>
          </p:cNvPr>
          <p:cNvSpPr txBox="1"/>
          <p:nvPr/>
        </p:nvSpPr>
        <p:spPr>
          <a:xfrm>
            <a:off x="2844731" y="4578026"/>
            <a:ext cx="3068107" cy="728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3600" dirty="0"/>
              <a:t>جهد تشغيل 5 فولت</a:t>
            </a: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B45CC49F-C5B4-EE6C-0425-5E3A70DF4E7D}"/>
              </a:ext>
            </a:extLst>
          </p:cNvPr>
          <p:cNvSpPr txBox="1"/>
          <p:nvPr/>
        </p:nvSpPr>
        <p:spPr>
          <a:xfrm>
            <a:off x="3139814" y="3488904"/>
            <a:ext cx="2802053" cy="728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3600" dirty="0"/>
              <a:t>6 مداخل تناظرية</a:t>
            </a: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A133CD39-F93B-4AB0-401A-2A3D18768CE5}"/>
              </a:ext>
            </a:extLst>
          </p:cNvPr>
          <p:cNvSpPr txBox="1"/>
          <p:nvPr/>
        </p:nvSpPr>
        <p:spPr>
          <a:xfrm>
            <a:off x="2351705" y="2472758"/>
            <a:ext cx="3590162" cy="728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3600" dirty="0"/>
              <a:t>14 مدخل/مخرج رقمي</a:t>
            </a:r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339D5B68-6718-84DA-A013-C58AC40E3D7D}"/>
              </a:ext>
            </a:extLst>
          </p:cNvPr>
          <p:cNvGrpSpPr/>
          <p:nvPr/>
        </p:nvGrpSpPr>
        <p:grpSpPr>
          <a:xfrm>
            <a:off x="7977782" y="1884564"/>
            <a:ext cx="479638" cy="5031742"/>
            <a:chOff x="3041601" y="3258003"/>
            <a:chExt cx="479638" cy="5031742"/>
          </a:xfrm>
        </p:grpSpPr>
        <p:cxnSp>
          <p:nvCxnSpPr>
            <p:cNvPr id="3" name="رابط مستقيم 2">
              <a:extLst>
                <a:ext uri="{FF2B5EF4-FFF2-40B4-BE49-F238E27FC236}">
                  <a16:creationId xmlns:a16="http://schemas.microsoft.com/office/drawing/2014/main" id="{E48D6247-9B58-A196-EF43-86AEB81D2CA6}"/>
                </a:ext>
              </a:extLst>
            </p:cNvPr>
            <p:cNvCxnSpPr>
              <a:cxnSpLocks/>
            </p:cNvCxnSpPr>
            <p:nvPr/>
          </p:nvCxnSpPr>
          <p:spPr>
            <a:xfrm>
              <a:off x="3276600" y="3258003"/>
              <a:ext cx="0" cy="49148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" name="شكل بيضاوي 7">
              <a:extLst>
                <a:ext uri="{FF2B5EF4-FFF2-40B4-BE49-F238E27FC236}">
                  <a16:creationId xmlns:a16="http://schemas.microsoft.com/office/drawing/2014/main" id="{191066D3-7083-1364-6132-3194BFD2989C}"/>
                </a:ext>
              </a:extLst>
            </p:cNvPr>
            <p:cNvSpPr/>
            <p:nvPr/>
          </p:nvSpPr>
          <p:spPr>
            <a:xfrm>
              <a:off x="3048003" y="4087747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15" name="شكل بيضاوي 14">
              <a:extLst>
                <a:ext uri="{FF2B5EF4-FFF2-40B4-BE49-F238E27FC236}">
                  <a16:creationId xmlns:a16="http://schemas.microsoft.com/office/drawing/2014/main" id="{B350A524-6B7C-8AF7-8BBA-4AA229A53736}"/>
                </a:ext>
              </a:extLst>
            </p:cNvPr>
            <p:cNvSpPr/>
            <p:nvPr/>
          </p:nvSpPr>
          <p:spPr>
            <a:xfrm>
              <a:off x="3048003" y="5000648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16" name="شكل بيضاوي 15">
              <a:extLst>
                <a:ext uri="{FF2B5EF4-FFF2-40B4-BE49-F238E27FC236}">
                  <a16:creationId xmlns:a16="http://schemas.microsoft.com/office/drawing/2014/main" id="{09B6674C-7D5F-0AA1-2468-19737A0FAEAB}"/>
                </a:ext>
              </a:extLst>
            </p:cNvPr>
            <p:cNvSpPr/>
            <p:nvPr/>
          </p:nvSpPr>
          <p:spPr>
            <a:xfrm>
              <a:off x="3041601" y="6084503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17" name="شكل بيضاوي 16">
              <a:extLst>
                <a:ext uri="{FF2B5EF4-FFF2-40B4-BE49-F238E27FC236}">
                  <a16:creationId xmlns:a16="http://schemas.microsoft.com/office/drawing/2014/main" id="{1DA7A028-9CFB-74C7-B3BF-2BFD79B2DD72}"/>
                </a:ext>
              </a:extLst>
            </p:cNvPr>
            <p:cNvSpPr/>
            <p:nvPr/>
          </p:nvSpPr>
          <p:spPr>
            <a:xfrm>
              <a:off x="3041601" y="7033322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18" name="شكل بيضاوي 17">
              <a:extLst>
                <a:ext uri="{FF2B5EF4-FFF2-40B4-BE49-F238E27FC236}">
                  <a16:creationId xmlns:a16="http://schemas.microsoft.com/office/drawing/2014/main" id="{A6970E36-99F0-BDE0-E89A-EEF0F851D236}"/>
                </a:ext>
              </a:extLst>
            </p:cNvPr>
            <p:cNvSpPr/>
            <p:nvPr/>
          </p:nvSpPr>
          <p:spPr>
            <a:xfrm>
              <a:off x="3064045" y="7908745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grpSp>
        <p:nvGrpSpPr>
          <p:cNvPr id="29" name="مجموعة 28">
            <a:extLst>
              <a:ext uri="{FF2B5EF4-FFF2-40B4-BE49-F238E27FC236}">
                <a16:creationId xmlns:a16="http://schemas.microsoft.com/office/drawing/2014/main" id="{8EDAE088-0151-3EA5-F206-56C98858F231}"/>
              </a:ext>
            </a:extLst>
          </p:cNvPr>
          <p:cNvGrpSpPr/>
          <p:nvPr/>
        </p:nvGrpSpPr>
        <p:grpSpPr>
          <a:xfrm>
            <a:off x="6358342" y="2904808"/>
            <a:ext cx="1692006" cy="3835111"/>
            <a:chOff x="5573969" y="2915821"/>
            <a:chExt cx="1692006" cy="3835111"/>
          </a:xfrm>
        </p:grpSpPr>
        <p:grpSp>
          <p:nvGrpSpPr>
            <p:cNvPr id="19" name="مجموعة 18">
              <a:extLst>
                <a:ext uri="{FF2B5EF4-FFF2-40B4-BE49-F238E27FC236}">
                  <a16:creationId xmlns:a16="http://schemas.microsoft.com/office/drawing/2014/main" id="{495D5DF2-6FFE-DD8B-1BB5-8A2AA40B77AD}"/>
                </a:ext>
              </a:extLst>
            </p:cNvPr>
            <p:cNvGrpSpPr/>
            <p:nvPr/>
          </p:nvGrpSpPr>
          <p:grpSpPr>
            <a:xfrm>
              <a:off x="5573969" y="2915821"/>
              <a:ext cx="1623450" cy="3835111"/>
              <a:chOff x="2110347" y="4470629"/>
              <a:chExt cx="5589056" cy="3835111"/>
            </a:xfrm>
          </p:grpSpPr>
          <p:cxnSp>
            <p:nvCxnSpPr>
              <p:cNvPr id="20" name="رابط مستقيم 19">
                <a:extLst>
                  <a:ext uri="{FF2B5EF4-FFF2-40B4-BE49-F238E27FC236}">
                    <a16:creationId xmlns:a16="http://schemas.microsoft.com/office/drawing/2014/main" id="{1DE23F26-7B55-35E8-02D1-EF84CB694C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63292" y="4470629"/>
                <a:ext cx="547996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رابط مستقيم 21">
                <a:extLst>
                  <a:ext uri="{FF2B5EF4-FFF2-40B4-BE49-F238E27FC236}">
                    <a16:creationId xmlns:a16="http://schemas.microsoft.com/office/drawing/2014/main" id="{4F9EEF35-22FA-7A2E-EF52-91F842F90D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4358" y="7428782"/>
                <a:ext cx="5585045" cy="3695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رابط مستقيم 22">
                <a:extLst>
                  <a:ext uri="{FF2B5EF4-FFF2-40B4-BE49-F238E27FC236}">
                    <a16:creationId xmlns:a16="http://schemas.microsoft.com/office/drawing/2014/main" id="{AFD8F91F-C519-001F-911C-824C4B6C30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4814" y="8305740"/>
                <a:ext cx="553692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رابط مستقيم 23">
                <a:extLst>
                  <a:ext uri="{FF2B5EF4-FFF2-40B4-BE49-F238E27FC236}">
                    <a16:creationId xmlns:a16="http://schemas.microsoft.com/office/drawing/2014/main" id="{BDB42C4A-678B-661B-D086-5D00B334E99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110347" y="5387018"/>
                <a:ext cx="5589056" cy="150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8" name="رابط مستقيم 27">
              <a:extLst>
                <a:ext uri="{FF2B5EF4-FFF2-40B4-BE49-F238E27FC236}">
                  <a16:creationId xmlns:a16="http://schemas.microsoft.com/office/drawing/2014/main" id="{474C57D7-DE3C-62F7-B29B-1BD8E4BAB8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42525" y="4972730"/>
              <a:ext cx="1623450" cy="15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30" name="رابط مستقيم 29">
            <a:extLst>
              <a:ext uri="{FF2B5EF4-FFF2-40B4-BE49-F238E27FC236}">
                <a16:creationId xmlns:a16="http://schemas.microsoft.com/office/drawing/2014/main" id="{C4E8C06A-1019-CFC9-5012-45F64583AB41}"/>
              </a:ext>
            </a:extLst>
          </p:cNvPr>
          <p:cNvCxnSpPr>
            <a:cxnSpLocks/>
          </p:cNvCxnSpPr>
          <p:nvPr/>
        </p:nvCxnSpPr>
        <p:spPr>
          <a:xfrm>
            <a:off x="6358342" y="872031"/>
            <a:ext cx="1854439" cy="101253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5999" y="739748"/>
            <a:ext cx="7974276" cy="3173127"/>
            <a:chOff x="540207" y="0"/>
            <a:chExt cx="5653232" cy="5611342"/>
          </a:xfrm>
        </p:grpSpPr>
        <p:sp>
          <p:nvSpPr>
            <p:cNvPr id="3" name="Freeform 3"/>
            <p:cNvSpPr/>
            <p:nvPr/>
          </p:nvSpPr>
          <p:spPr>
            <a:xfrm flipH="1">
              <a:off x="540207" y="0"/>
              <a:ext cx="5653232" cy="5611342"/>
            </a:xfrm>
            <a:custGeom>
              <a:avLst/>
              <a:gdLst/>
              <a:ahLst/>
              <a:cxnLst/>
              <a:rect l="l" t="t" r="r" b="b"/>
              <a:pathLst>
                <a:path w="6193439" h="6709559">
                  <a:moveTo>
                    <a:pt x="304800" y="0"/>
                  </a:moveTo>
                  <a:lnTo>
                    <a:pt x="5888639" y="0"/>
                  </a:lnTo>
                  <a:cubicBezTo>
                    <a:pt x="6057549" y="0"/>
                    <a:pt x="6193439" y="135890"/>
                    <a:pt x="6193439" y="304800"/>
                  </a:cubicBezTo>
                  <a:lnTo>
                    <a:pt x="6193439" y="6404758"/>
                  </a:lnTo>
                  <a:cubicBezTo>
                    <a:pt x="6193439" y="6573669"/>
                    <a:pt x="6057549" y="6709559"/>
                    <a:pt x="5888639" y="6709559"/>
                  </a:cubicBezTo>
                  <a:lnTo>
                    <a:pt x="304800" y="6709559"/>
                  </a:lnTo>
                  <a:cubicBezTo>
                    <a:pt x="135890" y="6709559"/>
                    <a:pt x="0" y="6573669"/>
                    <a:pt x="0" y="6404758"/>
                  </a:cubicBezTo>
                  <a:lnTo>
                    <a:pt x="0" y="304800"/>
                  </a:lnTo>
                  <a:cubicBezTo>
                    <a:pt x="0" y="135890"/>
                    <a:pt x="135890" y="0"/>
                    <a:pt x="304800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</p:grpSp>
      <p:sp>
        <p:nvSpPr>
          <p:cNvPr id="7" name="TextBox 7"/>
          <p:cNvSpPr txBox="1"/>
          <p:nvPr/>
        </p:nvSpPr>
        <p:spPr>
          <a:xfrm>
            <a:off x="10956320" y="2326119"/>
            <a:ext cx="6692839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en-US" sz="4400" b="1" dirty="0"/>
              <a:t>ESP8266 </a:t>
            </a:r>
            <a:r>
              <a:rPr lang="ar-SA" sz="4400" b="1" dirty="0"/>
              <a:t>هي وحدة اتصال لاسلكي تدعم </a:t>
            </a:r>
            <a:r>
              <a:rPr lang="en-US" sz="4400" b="1" dirty="0"/>
              <a:t>Wi-Fi.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79567" y="1190833"/>
            <a:ext cx="5812570" cy="90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 rtl="1">
              <a:lnSpc>
                <a:spcPts val="6500"/>
              </a:lnSpc>
            </a:pPr>
            <a:r>
              <a:rPr lang="ar-SA" sz="7200" b="1" dirty="0"/>
              <a:t>وحدة </a:t>
            </a:r>
            <a:r>
              <a:rPr lang="en-US" sz="7200" b="1" dirty="0"/>
              <a:t>ESP8266</a:t>
            </a:r>
            <a:endParaRPr lang="ar-EG" sz="6600" b="1" dirty="0">
              <a:solidFill>
                <a:srgbClr val="222A9B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FD129CC2-F6E1-EB18-D446-50BDE0640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-322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ar-SA" altLang="ar-SA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4" name="Group 2">
            <a:extLst>
              <a:ext uri="{FF2B5EF4-FFF2-40B4-BE49-F238E27FC236}">
                <a16:creationId xmlns:a16="http://schemas.microsoft.com/office/drawing/2014/main" id="{610D6419-5D2A-E7C8-65CF-3164F07BA5FF}"/>
              </a:ext>
            </a:extLst>
          </p:cNvPr>
          <p:cNvGrpSpPr/>
          <p:nvPr/>
        </p:nvGrpSpPr>
        <p:grpSpPr>
          <a:xfrm>
            <a:off x="541083" y="739748"/>
            <a:ext cx="7592701" cy="8670952"/>
            <a:chOff x="-1227359" y="165852"/>
            <a:chExt cx="7034948" cy="8151017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8E6FCAFB-5E57-DF5E-43EF-2C88456E7297}"/>
                </a:ext>
              </a:extLst>
            </p:cNvPr>
            <p:cNvSpPr/>
            <p:nvPr/>
          </p:nvSpPr>
          <p:spPr>
            <a:xfrm flipH="1">
              <a:off x="-1227359" y="165852"/>
              <a:ext cx="7034948" cy="8151017"/>
            </a:xfrm>
            <a:custGeom>
              <a:avLst/>
              <a:gdLst/>
              <a:ahLst/>
              <a:cxnLst/>
              <a:rect l="l" t="t" r="r" b="b"/>
              <a:pathLst>
                <a:path w="6193439" h="6709559">
                  <a:moveTo>
                    <a:pt x="304800" y="0"/>
                  </a:moveTo>
                  <a:lnTo>
                    <a:pt x="5888639" y="0"/>
                  </a:lnTo>
                  <a:cubicBezTo>
                    <a:pt x="6057549" y="0"/>
                    <a:pt x="6193439" y="135890"/>
                    <a:pt x="6193439" y="304800"/>
                  </a:cubicBezTo>
                  <a:lnTo>
                    <a:pt x="6193439" y="6404758"/>
                  </a:lnTo>
                  <a:cubicBezTo>
                    <a:pt x="6193439" y="6573669"/>
                    <a:pt x="6057549" y="6709559"/>
                    <a:pt x="5888639" y="6709559"/>
                  </a:cubicBezTo>
                  <a:lnTo>
                    <a:pt x="304800" y="6709559"/>
                  </a:lnTo>
                  <a:cubicBezTo>
                    <a:pt x="135890" y="6709559"/>
                    <a:pt x="0" y="6573669"/>
                    <a:pt x="0" y="6404758"/>
                  </a:cubicBezTo>
                  <a:lnTo>
                    <a:pt x="0" y="304800"/>
                  </a:lnTo>
                  <a:cubicBezTo>
                    <a:pt x="0" y="135890"/>
                    <a:pt x="135890" y="0"/>
                    <a:pt x="304800" y="0"/>
                  </a:cubicBezTo>
                  <a:close/>
                </a:path>
              </a:pathLst>
            </a:custGeom>
            <a:blipFill dpi="0"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</p:spPr>
        </p:sp>
      </p:grpSp>
      <p:sp>
        <p:nvSpPr>
          <p:cNvPr id="24" name="TextBox 9"/>
          <p:cNvSpPr txBox="1"/>
          <p:nvPr/>
        </p:nvSpPr>
        <p:spPr>
          <a:xfrm>
            <a:off x="8433834" y="6225879"/>
            <a:ext cx="8368634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4400" dirty="0">
                <a:solidFill>
                  <a:schemeClr val="bg1"/>
                </a:solidFill>
              </a:rPr>
              <a:t>ربط النظام بالإنترنت وتمكين الاتصال عن بُعد.</a:t>
            </a:r>
            <a:endParaRPr lang="ar-SA" sz="4400" b="1" dirty="0">
              <a:solidFill>
                <a:schemeClr val="bg1"/>
              </a:solidFill>
            </a:endParaRP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24B5BE07-C6C6-2EF9-C5FA-D46C88C0ED3E}"/>
              </a:ext>
            </a:extLst>
          </p:cNvPr>
          <p:cNvSpPr txBox="1"/>
          <p:nvPr/>
        </p:nvSpPr>
        <p:spPr>
          <a:xfrm>
            <a:off x="9078536" y="8436892"/>
            <a:ext cx="7958931" cy="1354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4400" dirty="0">
                <a:solidFill>
                  <a:schemeClr val="bg1"/>
                </a:solidFill>
              </a:rPr>
              <a:t>تتيح إرسال التنبيهات والبيانات إلى المستخدم عبر الشبكة أو الخدمات السحابية.</a:t>
            </a:r>
            <a:endParaRPr lang="ar-SA" sz="4400" b="1" dirty="0">
              <a:solidFill>
                <a:schemeClr val="bg1"/>
              </a:solidFill>
            </a:endParaRP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9B538AFA-CF25-0FD6-DBFD-1364681AEC35}"/>
              </a:ext>
            </a:extLst>
          </p:cNvPr>
          <p:cNvSpPr txBox="1"/>
          <p:nvPr/>
        </p:nvSpPr>
        <p:spPr>
          <a:xfrm>
            <a:off x="15475759" y="7429625"/>
            <a:ext cx="1817728" cy="83099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4400" b="1" dirty="0"/>
              <a:t>الأهمية</a:t>
            </a:r>
            <a:r>
              <a:rPr lang="ar-SA" sz="5400" dirty="0"/>
              <a:t> </a:t>
            </a:r>
            <a:endParaRPr lang="ar-SA" sz="11500" b="1" dirty="0"/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D7CBE31A-4B92-4F7A-1A73-CE521082262E}"/>
              </a:ext>
            </a:extLst>
          </p:cNvPr>
          <p:cNvSpPr txBox="1"/>
          <p:nvPr/>
        </p:nvSpPr>
        <p:spPr>
          <a:xfrm>
            <a:off x="13565897" y="5345232"/>
            <a:ext cx="3663118" cy="67710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4400" dirty="0"/>
              <a:t>دورها في المشروع </a:t>
            </a:r>
            <a:endParaRPr lang="ar-SA" sz="8800" dirty="0"/>
          </a:p>
        </p:txBody>
      </p:sp>
      <p:grpSp>
        <p:nvGrpSpPr>
          <p:cNvPr id="38" name="مجموعة 37">
            <a:extLst>
              <a:ext uri="{FF2B5EF4-FFF2-40B4-BE49-F238E27FC236}">
                <a16:creationId xmlns:a16="http://schemas.microsoft.com/office/drawing/2014/main" id="{A4876E9B-9B79-25FE-3D0C-30D6A6C1E380}"/>
              </a:ext>
            </a:extLst>
          </p:cNvPr>
          <p:cNvGrpSpPr/>
          <p:nvPr/>
        </p:nvGrpSpPr>
        <p:grpSpPr>
          <a:xfrm>
            <a:off x="17037467" y="5683786"/>
            <a:ext cx="930363" cy="1157710"/>
            <a:chOff x="17037467" y="5683786"/>
            <a:chExt cx="930363" cy="1157710"/>
          </a:xfrm>
          <a:solidFill>
            <a:schemeClr val="bg1">
              <a:lumMod val="95000"/>
            </a:schemeClr>
          </a:solidFill>
        </p:grpSpPr>
        <p:grpSp>
          <p:nvGrpSpPr>
            <p:cNvPr id="12" name="مجموعة 11">
              <a:extLst>
                <a:ext uri="{FF2B5EF4-FFF2-40B4-BE49-F238E27FC236}">
                  <a16:creationId xmlns:a16="http://schemas.microsoft.com/office/drawing/2014/main" id="{DD6C955C-4077-E433-B3C7-07A252011344}"/>
                </a:ext>
              </a:extLst>
            </p:cNvPr>
            <p:cNvGrpSpPr/>
            <p:nvPr/>
          </p:nvGrpSpPr>
          <p:grpSpPr>
            <a:xfrm>
              <a:off x="17510636" y="5683786"/>
              <a:ext cx="457194" cy="1157710"/>
              <a:chOff x="3041601" y="5307793"/>
              <a:chExt cx="457194" cy="1157710"/>
            </a:xfrm>
            <a:grpFill/>
          </p:grpSpPr>
          <p:cxnSp>
            <p:nvCxnSpPr>
              <p:cNvPr id="14" name="رابط مستقيم 13">
                <a:extLst>
                  <a:ext uri="{FF2B5EF4-FFF2-40B4-BE49-F238E27FC236}">
                    <a16:creationId xmlns:a16="http://schemas.microsoft.com/office/drawing/2014/main" id="{5C3C41FB-0A4B-0565-BD6E-A448EAE1E9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6600" y="5307793"/>
                <a:ext cx="0" cy="1115264"/>
              </a:xfrm>
              <a:prstGeom prst="line">
                <a:avLst/>
              </a:prstGeom>
              <a:grpFill/>
              <a:ln w="57150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شكل بيضاوي 17">
                <a:extLst>
                  <a:ext uri="{FF2B5EF4-FFF2-40B4-BE49-F238E27FC236}">
                    <a16:creationId xmlns:a16="http://schemas.microsoft.com/office/drawing/2014/main" id="{0FA6F9EA-A4EB-F406-7EB4-D6D7697206ED}"/>
                  </a:ext>
                </a:extLst>
              </p:cNvPr>
              <p:cNvSpPr/>
              <p:nvPr/>
            </p:nvSpPr>
            <p:spPr>
              <a:xfrm>
                <a:off x="3041601" y="6084503"/>
                <a:ext cx="457194" cy="381000"/>
              </a:xfrm>
              <a:prstGeom prst="ellipse">
                <a:avLst/>
              </a:prstGeom>
              <a:grpFill/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</p:grpSp>
        <p:cxnSp>
          <p:nvCxnSpPr>
            <p:cNvPr id="32" name="رابط مستقيم 31">
              <a:extLst>
                <a:ext uri="{FF2B5EF4-FFF2-40B4-BE49-F238E27FC236}">
                  <a16:creationId xmlns:a16="http://schemas.microsoft.com/office/drawing/2014/main" id="{DEA51414-56EC-A635-90EA-897FAE444C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373600" y="5683786"/>
              <a:ext cx="423618" cy="0"/>
            </a:xfrm>
            <a:prstGeom prst="line">
              <a:avLst/>
            </a:prstGeom>
            <a:grp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رابط مستقيم 34">
              <a:extLst>
                <a:ext uri="{FF2B5EF4-FFF2-40B4-BE49-F238E27FC236}">
                  <a16:creationId xmlns:a16="http://schemas.microsoft.com/office/drawing/2014/main" id="{54074E40-E104-D406-D530-1A7C78E16E0F}"/>
                </a:ext>
              </a:extLst>
            </p:cNvPr>
            <p:cNvCxnSpPr>
              <a:cxnSpLocks/>
              <a:stCxn id="18" idx="2"/>
            </p:cNvCxnSpPr>
            <p:nvPr/>
          </p:nvCxnSpPr>
          <p:spPr>
            <a:xfrm flipH="1" flipV="1">
              <a:off x="17037467" y="6625924"/>
              <a:ext cx="473169" cy="25072"/>
            </a:xfrm>
            <a:prstGeom prst="line">
              <a:avLst/>
            </a:prstGeom>
            <a:grp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9" name="مجموعة 38">
            <a:extLst>
              <a:ext uri="{FF2B5EF4-FFF2-40B4-BE49-F238E27FC236}">
                <a16:creationId xmlns:a16="http://schemas.microsoft.com/office/drawing/2014/main" id="{6F591688-7F28-9C53-3EB3-8810C57DA243}"/>
              </a:ext>
            </a:extLst>
          </p:cNvPr>
          <p:cNvGrpSpPr/>
          <p:nvPr/>
        </p:nvGrpSpPr>
        <p:grpSpPr>
          <a:xfrm>
            <a:off x="17274051" y="7990663"/>
            <a:ext cx="930363" cy="1157710"/>
            <a:chOff x="17037467" y="5683786"/>
            <a:chExt cx="930363" cy="1157710"/>
          </a:xfrm>
          <a:solidFill>
            <a:schemeClr val="bg1">
              <a:lumMod val="95000"/>
            </a:schemeClr>
          </a:solidFill>
        </p:grpSpPr>
        <p:grpSp>
          <p:nvGrpSpPr>
            <p:cNvPr id="40" name="مجموعة 39">
              <a:extLst>
                <a:ext uri="{FF2B5EF4-FFF2-40B4-BE49-F238E27FC236}">
                  <a16:creationId xmlns:a16="http://schemas.microsoft.com/office/drawing/2014/main" id="{266F31E2-240A-C46B-BC2A-E31B3A75A2FB}"/>
                </a:ext>
              </a:extLst>
            </p:cNvPr>
            <p:cNvGrpSpPr/>
            <p:nvPr/>
          </p:nvGrpSpPr>
          <p:grpSpPr>
            <a:xfrm>
              <a:off x="17510636" y="5683786"/>
              <a:ext cx="457194" cy="1157710"/>
              <a:chOff x="3041601" y="5307793"/>
              <a:chExt cx="457194" cy="1157710"/>
            </a:xfrm>
            <a:grpFill/>
          </p:grpSpPr>
          <p:cxnSp>
            <p:nvCxnSpPr>
              <p:cNvPr id="43" name="رابط مستقيم 42">
                <a:extLst>
                  <a:ext uri="{FF2B5EF4-FFF2-40B4-BE49-F238E27FC236}">
                    <a16:creationId xmlns:a16="http://schemas.microsoft.com/office/drawing/2014/main" id="{109ECA64-5261-5E7B-7282-A5C6CD27BE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76600" y="5307793"/>
                <a:ext cx="0" cy="1115264"/>
              </a:xfrm>
              <a:prstGeom prst="line">
                <a:avLst/>
              </a:prstGeom>
              <a:grpFill/>
              <a:ln w="57150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44" name="شكل بيضاوي 43">
                <a:extLst>
                  <a:ext uri="{FF2B5EF4-FFF2-40B4-BE49-F238E27FC236}">
                    <a16:creationId xmlns:a16="http://schemas.microsoft.com/office/drawing/2014/main" id="{F2D9959A-F88B-7B95-CE8A-900907D2A81A}"/>
                  </a:ext>
                </a:extLst>
              </p:cNvPr>
              <p:cNvSpPr/>
              <p:nvPr/>
            </p:nvSpPr>
            <p:spPr>
              <a:xfrm>
                <a:off x="3041601" y="6084503"/>
                <a:ext cx="457194" cy="381000"/>
              </a:xfrm>
              <a:prstGeom prst="ellipse">
                <a:avLst/>
              </a:prstGeom>
              <a:grpFill/>
              <a:ln>
                <a:solidFill>
                  <a:schemeClr val="bg1">
                    <a:lumMod val="95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</p:grpSp>
        <p:cxnSp>
          <p:nvCxnSpPr>
            <p:cNvPr id="41" name="رابط مستقيم 40">
              <a:extLst>
                <a:ext uri="{FF2B5EF4-FFF2-40B4-BE49-F238E27FC236}">
                  <a16:creationId xmlns:a16="http://schemas.microsoft.com/office/drawing/2014/main" id="{6BAD7629-FA42-0806-8A01-50C225D59C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56903" y="5683786"/>
              <a:ext cx="740315" cy="0"/>
            </a:xfrm>
            <a:prstGeom prst="line">
              <a:avLst/>
            </a:prstGeom>
            <a:grp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رابط مستقيم 41">
              <a:extLst>
                <a:ext uri="{FF2B5EF4-FFF2-40B4-BE49-F238E27FC236}">
                  <a16:creationId xmlns:a16="http://schemas.microsoft.com/office/drawing/2014/main" id="{E6CA07CC-E9EE-3DEC-7940-7AFFEFD88B3B}"/>
                </a:ext>
              </a:extLst>
            </p:cNvPr>
            <p:cNvCxnSpPr>
              <a:cxnSpLocks/>
              <a:stCxn id="44" idx="2"/>
            </p:cNvCxnSpPr>
            <p:nvPr/>
          </p:nvCxnSpPr>
          <p:spPr>
            <a:xfrm flipH="1" flipV="1">
              <a:off x="17037467" y="6625924"/>
              <a:ext cx="473169" cy="25072"/>
            </a:xfrm>
            <a:prstGeom prst="line">
              <a:avLst/>
            </a:prstGeom>
            <a:grpFill/>
            <a:ln w="57150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9372600" y="1359590"/>
            <a:ext cx="8915400" cy="9021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6500"/>
              </a:lnSpc>
            </a:pPr>
            <a:r>
              <a:rPr lang="ar-SA" sz="6600" b="1" dirty="0">
                <a:solidFill>
                  <a:schemeClr val="bg1"/>
                </a:solidFill>
              </a:rPr>
              <a:t>فكرة المشروع (المنزل الذكي)</a:t>
            </a:r>
            <a:endParaRPr lang="ar-EG" sz="6000" b="1" dirty="0">
              <a:solidFill>
                <a:schemeClr val="bg1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</p:txBody>
      </p:sp>
      <p:pic>
        <p:nvPicPr>
          <p:cNvPr id="10" name="صورة 9">
            <a:extLst>
              <a:ext uri="{FF2B5EF4-FFF2-40B4-BE49-F238E27FC236}">
                <a16:creationId xmlns:a16="http://schemas.microsoft.com/office/drawing/2014/main" id="{D69E42C6-9F47-214F-0611-761DD6E6F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628899"/>
            <a:ext cx="8915400" cy="7010400"/>
          </a:xfrm>
          <a:prstGeom prst="rect">
            <a:avLst/>
          </a:prstGeom>
          <a:ln w="38100">
            <a:solidFill>
              <a:schemeClr val="tx1"/>
            </a:solidFill>
          </a:ln>
          <a:effectLst>
            <a:softEdge rad="266700"/>
          </a:effectLst>
        </p:spPr>
      </p:pic>
      <p:pic>
        <p:nvPicPr>
          <p:cNvPr id="4" name="صورة 3">
            <a:extLst>
              <a:ext uri="{FF2B5EF4-FFF2-40B4-BE49-F238E27FC236}">
                <a16:creationId xmlns:a16="http://schemas.microsoft.com/office/drawing/2014/main" id="{B4FE0585-86BD-C042-EA5D-9DAD9FBDE2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23900"/>
            <a:ext cx="9144000" cy="89153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2569C-ACED-E5C7-2D7B-C61732FD9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6">
            <a:extLst>
              <a:ext uri="{FF2B5EF4-FFF2-40B4-BE49-F238E27FC236}">
                <a16:creationId xmlns:a16="http://schemas.microsoft.com/office/drawing/2014/main" id="{287D6130-E082-0F27-7357-207CD630E512}"/>
              </a:ext>
            </a:extLst>
          </p:cNvPr>
          <p:cNvSpPr txBox="1"/>
          <p:nvPr/>
        </p:nvSpPr>
        <p:spPr>
          <a:xfrm>
            <a:off x="6160021" y="4210999"/>
            <a:ext cx="780832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3600" b="1" dirty="0"/>
              <a:t>تقوم الحساسات بمراقبة البيئة الداخلية للمنزل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8DB9AE8E-C3F7-9C68-68D5-9652C60D68C6}"/>
              </a:ext>
            </a:extLst>
          </p:cNvPr>
          <p:cNvSpPr txBox="1"/>
          <p:nvPr/>
        </p:nvSpPr>
        <p:spPr>
          <a:xfrm>
            <a:off x="6885138" y="5205229"/>
            <a:ext cx="708922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3600" b="1" dirty="0"/>
              <a:t>تُرسل الإشارات إلى لوحة </a:t>
            </a:r>
            <a:r>
              <a:rPr lang="en-US" sz="3600" b="1" dirty="0"/>
              <a:t>Arduino Uno</a:t>
            </a:r>
            <a:endParaRPr lang="ar-SA" sz="3600" b="1" dirty="0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A8E9C257-E870-BFF9-86B1-B1A273036CB8}"/>
              </a:ext>
            </a:extLst>
          </p:cNvPr>
          <p:cNvSpPr txBox="1"/>
          <p:nvPr/>
        </p:nvSpPr>
        <p:spPr>
          <a:xfrm>
            <a:off x="7274142" y="7398664"/>
            <a:ext cx="680353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3600" b="1" dirty="0"/>
              <a:t>يقوم المتحكم بمعالجة البيانات وتحليلها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287E88A7-4CF0-EE35-50B5-8FCBECC5C320}"/>
              </a:ext>
            </a:extLst>
          </p:cNvPr>
          <p:cNvSpPr txBox="1"/>
          <p:nvPr/>
        </p:nvSpPr>
        <p:spPr>
          <a:xfrm>
            <a:off x="6240770" y="6412653"/>
            <a:ext cx="8125604" cy="492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3200" b="1" dirty="0"/>
              <a:t>يتم اتخاذ القرار المناسب (تشغيل سيرفو، منع دخول، تنبيه)</a:t>
            </a:r>
          </a:p>
        </p:txBody>
      </p:sp>
      <p:grpSp>
        <p:nvGrpSpPr>
          <p:cNvPr id="87" name="مجموعة 86">
            <a:extLst>
              <a:ext uri="{FF2B5EF4-FFF2-40B4-BE49-F238E27FC236}">
                <a16:creationId xmlns:a16="http://schemas.microsoft.com/office/drawing/2014/main" id="{5A376BC6-B46E-733D-FDB8-8818452D55A5}"/>
              </a:ext>
            </a:extLst>
          </p:cNvPr>
          <p:cNvGrpSpPr/>
          <p:nvPr/>
        </p:nvGrpSpPr>
        <p:grpSpPr>
          <a:xfrm>
            <a:off x="5225657" y="4698391"/>
            <a:ext cx="10067698" cy="418469"/>
            <a:chOff x="9144000" y="4936266"/>
            <a:chExt cx="9088679" cy="397734"/>
          </a:xfrm>
        </p:grpSpPr>
        <p:cxnSp>
          <p:nvCxnSpPr>
            <p:cNvPr id="27" name="رابط مستقيم 26">
              <a:extLst>
                <a:ext uri="{FF2B5EF4-FFF2-40B4-BE49-F238E27FC236}">
                  <a16:creationId xmlns:a16="http://schemas.microsoft.com/office/drawing/2014/main" id="{8355DC1E-665B-411B-8B7D-0647ABEE8BDC}"/>
                </a:ext>
              </a:extLst>
            </p:cNvPr>
            <p:cNvCxnSpPr>
              <a:cxnSpLocks/>
              <a:stCxn id="58" idx="6"/>
            </p:cNvCxnSpPr>
            <p:nvPr/>
          </p:nvCxnSpPr>
          <p:spPr>
            <a:xfrm>
              <a:off x="9469679" y="5126766"/>
              <a:ext cx="8437321" cy="167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شكل بيضاوي 57">
              <a:extLst>
                <a:ext uri="{FF2B5EF4-FFF2-40B4-BE49-F238E27FC236}">
                  <a16:creationId xmlns:a16="http://schemas.microsoft.com/office/drawing/2014/main" id="{D17727E2-46D0-94A6-C580-03C612DAE9B4}"/>
                </a:ext>
              </a:extLst>
            </p:cNvPr>
            <p:cNvSpPr/>
            <p:nvPr/>
          </p:nvSpPr>
          <p:spPr>
            <a:xfrm>
              <a:off x="9144000" y="4936266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78" name="شكل بيضاوي 77">
              <a:extLst>
                <a:ext uri="{FF2B5EF4-FFF2-40B4-BE49-F238E27FC236}">
                  <a16:creationId xmlns:a16="http://schemas.microsoft.com/office/drawing/2014/main" id="{C68AC8E6-7193-46C6-09B4-46CCDD1D0CEA}"/>
                </a:ext>
              </a:extLst>
            </p:cNvPr>
            <p:cNvSpPr/>
            <p:nvPr/>
          </p:nvSpPr>
          <p:spPr>
            <a:xfrm>
              <a:off x="17907000" y="4953000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grpSp>
        <p:nvGrpSpPr>
          <p:cNvPr id="86" name="مجموعة 85">
            <a:extLst>
              <a:ext uri="{FF2B5EF4-FFF2-40B4-BE49-F238E27FC236}">
                <a16:creationId xmlns:a16="http://schemas.microsoft.com/office/drawing/2014/main" id="{B02D28F8-4503-0DA1-D9EA-E394E0E228EF}"/>
              </a:ext>
            </a:extLst>
          </p:cNvPr>
          <p:cNvGrpSpPr/>
          <p:nvPr/>
        </p:nvGrpSpPr>
        <p:grpSpPr>
          <a:xfrm>
            <a:off x="5225656" y="5729462"/>
            <a:ext cx="10067700" cy="1695201"/>
            <a:chOff x="7998788" y="5699246"/>
            <a:chExt cx="9776690" cy="1695201"/>
          </a:xfrm>
        </p:grpSpPr>
        <p:cxnSp>
          <p:nvCxnSpPr>
            <p:cNvPr id="26" name="رابط مستقيم 25">
              <a:extLst>
                <a:ext uri="{FF2B5EF4-FFF2-40B4-BE49-F238E27FC236}">
                  <a16:creationId xmlns:a16="http://schemas.microsoft.com/office/drawing/2014/main" id="{6F950A08-BB65-5704-69CA-43DC3C896B17}"/>
                </a:ext>
              </a:extLst>
            </p:cNvPr>
            <p:cNvCxnSpPr>
              <a:cxnSpLocks/>
              <a:stCxn id="59" idx="6"/>
            </p:cNvCxnSpPr>
            <p:nvPr/>
          </p:nvCxnSpPr>
          <p:spPr>
            <a:xfrm>
              <a:off x="8324467" y="5889746"/>
              <a:ext cx="9182781" cy="2526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شكل بيضاوي 58">
              <a:extLst>
                <a:ext uri="{FF2B5EF4-FFF2-40B4-BE49-F238E27FC236}">
                  <a16:creationId xmlns:a16="http://schemas.microsoft.com/office/drawing/2014/main" id="{66953A3F-7969-1988-8E43-17ADD365B516}"/>
                </a:ext>
              </a:extLst>
            </p:cNvPr>
            <p:cNvSpPr/>
            <p:nvPr/>
          </p:nvSpPr>
          <p:spPr>
            <a:xfrm>
              <a:off x="7998788" y="5699246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79" name="شكل بيضاوي 78">
              <a:extLst>
                <a:ext uri="{FF2B5EF4-FFF2-40B4-BE49-F238E27FC236}">
                  <a16:creationId xmlns:a16="http://schemas.microsoft.com/office/drawing/2014/main" id="{42266220-6688-426E-1B4A-5FE35FCA3B4E}"/>
                </a:ext>
              </a:extLst>
            </p:cNvPr>
            <p:cNvSpPr/>
            <p:nvPr/>
          </p:nvSpPr>
          <p:spPr>
            <a:xfrm>
              <a:off x="17449798" y="5724515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grpSp>
          <p:nvGrpSpPr>
            <p:cNvPr id="85" name="مجموعة 84">
              <a:extLst>
                <a:ext uri="{FF2B5EF4-FFF2-40B4-BE49-F238E27FC236}">
                  <a16:creationId xmlns:a16="http://schemas.microsoft.com/office/drawing/2014/main" id="{B618E6A6-53B4-E403-BCE5-58991AABA34A}"/>
                </a:ext>
              </a:extLst>
            </p:cNvPr>
            <p:cNvGrpSpPr/>
            <p:nvPr/>
          </p:nvGrpSpPr>
          <p:grpSpPr>
            <a:xfrm>
              <a:off x="8030005" y="6955565"/>
              <a:ext cx="9745473" cy="438882"/>
              <a:chOff x="8030005" y="6955565"/>
              <a:chExt cx="9745473" cy="438882"/>
            </a:xfrm>
          </p:grpSpPr>
          <p:cxnSp>
            <p:nvCxnSpPr>
              <p:cNvPr id="25" name="رابط مستقيم 24">
                <a:extLst>
                  <a:ext uri="{FF2B5EF4-FFF2-40B4-BE49-F238E27FC236}">
                    <a16:creationId xmlns:a16="http://schemas.microsoft.com/office/drawing/2014/main" id="{762D510B-3645-473E-47B1-7931BBDF9065}"/>
                  </a:ext>
                </a:extLst>
              </p:cNvPr>
              <p:cNvCxnSpPr>
                <a:cxnSpLocks/>
                <a:stCxn id="60" idx="6"/>
                <a:endCxn id="80" idx="2"/>
              </p:cNvCxnSpPr>
              <p:nvPr/>
            </p:nvCxnSpPr>
            <p:spPr>
              <a:xfrm>
                <a:off x="8355684" y="7146065"/>
                <a:ext cx="9094115" cy="5788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شكل بيضاوي 59">
                <a:extLst>
                  <a:ext uri="{FF2B5EF4-FFF2-40B4-BE49-F238E27FC236}">
                    <a16:creationId xmlns:a16="http://schemas.microsoft.com/office/drawing/2014/main" id="{56BBE243-1FBC-3DE2-4877-5155F9BC4F52}"/>
                  </a:ext>
                </a:extLst>
              </p:cNvPr>
              <p:cNvSpPr/>
              <p:nvPr/>
            </p:nvSpPr>
            <p:spPr>
              <a:xfrm>
                <a:off x="8030005" y="6955565"/>
                <a:ext cx="325679" cy="381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  <p:sp>
            <p:nvSpPr>
              <p:cNvPr id="80" name="شكل بيضاوي 79">
                <a:extLst>
                  <a:ext uri="{FF2B5EF4-FFF2-40B4-BE49-F238E27FC236}">
                    <a16:creationId xmlns:a16="http://schemas.microsoft.com/office/drawing/2014/main" id="{41F2CAD0-4308-F160-E6E7-B54E51E91209}"/>
                  </a:ext>
                </a:extLst>
              </p:cNvPr>
              <p:cNvSpPr/>
              <p:nvPr/>
            </p:nvSpPr>
            <p:spPr>
              <a:xfrm>
                <a:off x="17449799" y="7013447"/>
                <a:ext cx="325679" cy="381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</p:grpSp>
      </p:grpSp>
      <p:grpSp>
        <p:nvGrpSpPr>
          <p:cNvPr id="84" name="مجموعة 83">
            <a:extLst>
              <a:ext uri="{FF2B5EF4-FFF2-40B4-BE49-F238E27FC236}">
                <a16:creationId xmlns:a16="http://schemas.microsoft.com/office/drawing/2014/main" id="{8A5BB74B-B609-B983-EFC4-D3BB3DD3B2A2}"/>
              </a:ext>
            </a:extLst>
          </p:cNvPr>
          <p:cNvGrpSpPr/>
          <p:nvPr/>
        </p:nvGrpSpPr>
        <p:grpSpPr>
          <a:xfrm>
            <a:off x="5257801" y="8182792"/>
            <a:ext cx="9919051" cy="364221"/>
            <a:chOff x="7431194" y="7984044"/>
            <a:chExt cx="9104048" cy="404060"/>
          </a:xfrm>
        </p:grpSpPr>
        <p:cxnSp>
          <p:nvCxnSpPr>
            <p:cNvPr id="34" name="رابط مستقيم 33">
              <a:extLst>
                <a:ext uri="{FF2B5EF4-FFF2-40B4-BE49-F238E27FC236}">
                  <a16:creationId xmlns:a16="http://schemas.microsoft.com/office/drawing/2014/main" id="{B15173C8-6F5F-2107-0183-05ED70F896C2}"/>
                </a:ext>
              </a:extLst>
            </p:cNvPr>
            <p:cNvCxnSpPr>
              <a:cxnSpLocks/>
            </p:cNvCxnSpPr>
            <p:nvPr/>
          </p:nvCxnSpPr>
          <p:spPr>
            <a:xfrm>
              <a:off x="7696200" y="8191500"/>
              <a:ext cx="867620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شكل بيضاوي 60">
              <a:extLst>
                <a:ext uri="{FF2B5EF4-FFF2-40B4-BE49-F238E27FC236}">
                  <a16:creationId xmlns:a16="http://schemas.microsoft.com/office/drawing/2014/main" id="{1A778528-7D30-FDEE-E27C-EFE71921878F}"/>
                </a:ext>
              </a:extLst>
            </p:cNvPr>
            <p:cNvSpPr/>
            <p:nvPr/>
          </p:nvSpPr>
          <p:spPr>
            <a:xfrm>
              <a:off x="7431194" y="798404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81" name="شكل بيضاوي 80">
              <a:extLst>
                <a:ext uri="{FF2B5EF4-FFF2-40B4-BE49-F238E27FC236}">
                  <a16:creationId xmlns:a16="http://schemas.microsoft.com/office/drawing/2014/main" id="{4D788B9A-D0BA-0F85-6439-FB84B6E97CA8}"/>
                </a:ext>
              </a:extLst>
            </p:cNvPr>
            <p:cNvSpPr/>
            <p:nvPr/>
          </p:nvSpPr>
          <p:spPr>
            <a:xfrm>
              <a:off x="16209563" y="800710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grpSp>
        <p:nvGrpSpPr>
          <p:cNvPr id="83" name="مجموعة 82">
            <a:extLst>
              <a:ext uri="{FF2B5EF4-FFF2-40B4-BE49-F238E27FC236}">
                <a16:creationId xmlns:a16="http://schemas.microsoft.com/office/drawing/2014/main" id="{BEB3D6C2-2EC4-6F2B-D9D3-19BE29AA4940}"/>
              </a:ext>
            </a:extLst>
          </p:cNvPr>
          <p:cNvGrpSpPr/>
          <p:nvPr/>
        </p:nvGrpSpPr>
        <p:grpSpPr>
          <a:xfrm>
            <a:off x="5257801" y="9350114"/>
            <a:ext cx="9830160" cy="402798"/>
            <a:chOff x="6857093" y="8969114"/>
            <a:chExt cx="8979061" cy="381000"/>
          </a:xfrm>
        </p:grpSpPr>
        <p:cxnSp>
          <p:nvCxnSpPr>
            <p:cNvPr id="33" name="رابط مستقيم 32">
              <a:extLst>
                <a:ext uri="{FF2B5EF4-FFF2-40B4-BE49-F238E27FC236}">
                  <a16:creationId xmlns:a16="http://schemas.microsoft.com/office/drawing/2014/main" id="{CC734410-B41B-70CD-3F6B-1CFBCA649BF1}"/>
                </a:ext>
              </a:extLst>
            </p:cNvPr>
            <p:cNvCxnSpPr>
              <a:cxnSpLocks/>
            </p:cNvCxnSpPr>
            <p:nvPr/>
          </p:nvCxnSpPr>
          <p:spPr>
            <a:xfrm>
              <a:off x="7019934" y="9182100"/>
              <a:ext cx="844237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شكل بيضاوي 61">
              <a:extLst>
                <a:ext uri="{FF2B5EF4-FFF2-40B4-BE49-F238E27FC236}">
                  <a16:creationId xmlns:a16="http://schemas.microsoft.com/office/drawing/2014/main" id="{36A6FD6E-D5A7-18EA-42BF-326B71A0A4A9}"/>
                </a:ext>
              </a:extLst>
            </p:cNvPr>
            <p:cNvSpPr/>
            <p:nvPr/>
          </p:nvSpPr>
          <p:spPr>
            <a:xfrm>
              <a:off x="6857093" y="896911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82" name="شكل بيضاوي 81">
              <a:extLst>
                <a:ext uri="{FF2B5EF4-FFF2-40B4-BE49-F238E27FC236}">
                  <a16:creationId xmlns:a16="http://schemas.microsoft.com/office/drawing/2014/main" id="{5BDF21CA-D0C5-0C7F-DB3E-30B6A005DCF2}"/>
                </a:ext>
              </a:extLst>
            </p:cNvPr>
            <p:cNvSpPr/>
            <p:nvPr/>
          </p:nvSpPr>
          <p:spPr>
            <a:xfrm>
              <a:off x="15510475" y="896911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29400" y="908350"/>
            <a:ext cx="6045631" cy="8790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6500"/>
              </a:lnSpc>
            </a:pPr>
            <a:r>
              <a:rPr lang="ar-SA" sz="6600" b="1" dirty="0"/>
              <a:t>آلية عمل المشروع</a:t>
            </a:r>
            <a:endParaRPr lang="ar-EG" sz="6000" b="1" dirty="0">
              <a:solidFill>
                <a:srgbClr val="222A9B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</p:txBody>
      </p:sp>
      <p:sp>
        <p:nvSpPr>
          <p:cNvPr id="68" name="مربع نص 67">
            <a:extLst>
              <a:ext uri="{FF2B5EF4-FFF2-40B4-BE49-F238E27FC236}">
                <a16:creationId xmlns:a16="http://schemas.microsoft.com/office/drawing/2014/main" id="{18233246-D0EE-ECD1-1B57-340B7FCB097C}"/>
              </a:ext>
            </a:extLst>
          </p:cNvPr>
          <p:cNvSpPr txBox="1"/>
          <p:nvPr/>
        </p:nvSpPr>
        <p:spPr>
          <a:xfrm>
            <a:off x="6048251" y="2620788"/>
            <a:ext cx="8763000" cy="7694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4400" b="1" dirty="0"/>
              <a:t>يعتمد عمل النظام على التسلسل التالي:</a:t>
            </a:r>
          </a:p>
        </p:txBody>
      </p:sp>
      <p:sp>
        <p:nvSpPr>
          <p:cNvPr id="54" name="مربع نص 53">
            <a:extLst>
              <a:ext uri="{FF2B5EF4-FFF2-40B4-BE49-F238E27FC236}">
                <a16:creationId xmlns:a16="http://schemas.microsoft.com/office/drawing/2014/main" id="{261660B4-8F2A-6F16-DD71-C7A6E0998638}"/>
              </a:ext>
            </a:extLst>
          </p:cNvPr>
          <p:cNvSpPr txBox="1"/>
          <p:nvPr/>
        </p:nvSpPr>
        <p:spPr>
          <a:xfrm>
            <a:off x="15780184" y="4509259"/>
            <a:ext cx="246852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3600" b="1" dirty="0"/>
              <a:t>الخطوة الاولى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B1636430-D377-492F-4CDA-907BE773B90F}"/>
              </a:ext>
            </a:extLst>
          </p:cNvPr>
          <p:cNvSpPr txBox="1"/>
          <p:nvPr/>
        </p:nvSpPr>
        <p:spPr>
          <a:xfrm>
            <a:off x="15911387" y="5689675"/>
            <a:ext cx="23405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3600" b="1" dirty="0"/>
              <a:t>الخطوة الثانية</a:t>
            </a:r>
          </a:p>
        </p:txBody>
      </p:sp>
      <p:sp>
        <p:nvSpPr>
          <p:cNvPr id="65" name="مربع نص 64">
            <a:extLst>
              <a:ext uri="{FF2B5EF4-FFF2-40B4-BE49-F238E27FC236}">
                <a16:creationId xmlns:a16="http://schemas.microsoft.com/office/drawing/2014/main" id="{4F31E193-9EC9-C6DF-E9F8-650FFE8A25E8}"/>
              </a:ext>
            </a:extLst>
          </p:cNvPr>
          <p:cNvSpPr txBox="1"/>
          <p:nvPr/>
        </p:nvSpPr>
        <p:spPr>
          <a:xfrm>
            <a:off x="15923419" y="6844044"/>
            <a:ext cx="2340518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3600" b="1" dirty="0"/>
              <a:t>الخطوة الثالثة</a:t>
            </a:r>
          </a:p>
        </p:txBody>
      </p:sp>
      <p:sp>
        <p:nvSpPr>
          <p:cNvPr id="66" name="مربع نص 65">
            <a:extLst>
              <a:ext uri="{FF2B5EF4-FFF2-40B4-BE49-F238E27FC236}">
                <a16:creationId xmlns:a16="http://schemas.microsoft.com/office/drawing/2014/main" id="{235EB60F-28EF-D473-81AC-C9236E7A9015}"/>
              </a:ext>
            </a:extLst>
          </p:cNvPr>
          <p:cNvSpPr txBox="1"/>
          <p:nvPr/>
        </p:nvSpPr>
        <p:spPr>
          <a:xfrm>
            <a:off x="15698595" y="8024460"/>
            <a:ext cx="258940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3600" b="1" dirty="0"/>
              <a:t>الخطوة الرابعة</a:t>
            </a:r>
          </a:p>
        </p:txBody>
      </p:sp>
      <p:sp>
        <p:nvSpPr>
          <p:cNvPr id="67" name="مربع نص 66">
            <a:extLst>
              <a:ext uri="{FF2B5EF4-FFF2-40B4-BE49-F238E27FC236}">
                <a16:creationId xmlns:a16="http://schemas.microsoft.com/office/drawing/2014/main" id="{2512147D-8ACD-802D-F927-DF44400A355E}"/>
              </a:ext>
            </a:extLst>
          </p:cNvPr>
          <p:cNvSpPr txBox="1"/>
          <p:nvPr/>
        </p:nvSpPr>
        <p:spPr>
          <a:xfrm>
            <a:off x="15595815" y="9092630"/>
            <a:ext cx="258940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/>
            <a:r>
              <a:rPr lang="ar-SA" sz="3600" b="1" dirty="0"/>
              <a:t>الخطوة الخامسة</a:t>
            </a:r>
          </a:p>
        </p:txBody>
      </p:sp>
      <p:sp>
        <p:nvSpPr>
          <p:cNvPr id="57" name="مربع نص 56">
            <a:extLst>
              <a:ext uri="{FF2B5EF4-FFF2-40B4-BE49-F238E27FC236}">
                <a16:creationId xmlns:a16="http://schemas.microsoft.com/office/drawing/2014/main" id="{C9AFBE68-CF5D-B203-DD58-75763679755D}"/>
              </a:ext>
            </a:extLst>
          </p:cNvPr>
          <p:cNvSpPr txBox="1"/>
          <p:nvPr/>
        </p:nvSpPr>
        <p:spPr>
          <a:xfrm>
            <a:off x="3300046" y="8555901"/>
            <a:ext cx="1110242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ar-SA" sz="3600" b="1" dirty="0"/>
              <a:t>يتم إرسال البيانات عبر وحدة </a:t>
            </a:r>
            <a:r>
              <a:rPr lang="en-US" sz="3600" b="1" dirty="0"/>
              <a:t>ESP8266 </a:t>
            </a:r>
            <a:r>
              <a:rPr lang="ar-SA" sz="3600" b="1" dirty="0"/>
              <a:t>عند الحاجة</a:t>
            </a:r>
          </a:p>
        </p:txBody>
      </p:sp>
    </p:spTree>
    <p:extLst>
      <p:ext uri="{BB962C8B-B14F-4D97-AF65-F5344CB8AC3E}">
        <p14:creationId xmlns:p14="http://schemas.microsoft.com/office/powerpoint/2010/main" val="21004087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رسم تخطيطي 1">
            <a:extLst>
              <a:ext uri="{FF2B5EF4-FFF2-40B4-BE49-F238E27FC236}">
                <a16:creationId xmlns:a16="http://schemas.microsoft.com/office/drawing/2014/main" id="{4F229553-F26E-0E6B-626B-DDCE0989A9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7914662"/>
              </p:ext>
            </p:extLst>
          </p:nvPr>
        </p:nvGraphicFramePr>
        <p:xfrm>
          <a:off x="1295400" y="836113"/>
          <a:ext cx="17582401" cy="90710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4">
            <a:extLst>
              <a:ext uri="{FF2B5EF4-FFF2-40B4-BE49-F238E27FC236}">
                <a16:creationId xmlns:a16="http://schemas.microsoft.com/office/drawing/2014/main" id="{0ABC419B-17C8-0B55-C8E9-213C53FA5D43}"/>
              </a:ext>
            </a:extLst>
          </p:cNvPr>
          <p:cNvSpPr txBox="1"/>
          <p:nvPr/>
        </p:nvSpPr>
        <p:spPr>
          <a:xfrm>
            <a:off x="11870337" y="1140600"/>
            <a:ext cx="2671436" cy="589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584"/>
              </a:lnSpc>
            </a:pPr>
            <a:r>
              <a:rPr lang="en-US" sz="3600" dirty="0"/>
              <a:t>Arduino Uno</a:t>
            </a:r>
            <a:endParaRPr lang="ar-EG" sz="60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547436DF-0BBA-D3CA-C899-ECADB4235C6A}"/>
              </a:ext>
            </a:extLst>
          </p:cNvPr>
          <p:cNvSpPr txBox="1"/>
          <p:nvPr/>
        </p:nvSpPr>
        <p:spPr>
          <a:xfrm>
            <a:off x="14834754" y="3371305"/>
            <a:ext cx="2029692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374"/>
              </a:lnSpc>
            </a:pPr>
            <a:r>
              <a:rPr lang="en-US" sz="3600" dirty="0"/>
              <a:t>ESP8266</a:t>
            </a:r>
            <a:endParaRPr lang="ar-EG" sz="60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19" name="TextBox 5">
            <a:extLst>
              <a:ext uri="{FF2B5EF4-FFF2-40B4-BE49-F238E27FC236}">
                <a16:creationId xmlns:a16="http://schemas.microsoft.com/office/drawing/2014/main" id="{D779B5A5-7D6F-E276-DE4F-68104BC8BCD9}"/>
              </a:ext>
            </a:extLst>
          </p:cNvPr>
          <p:cNvSpPr txBox="1"/>
          <p:nvPr/>
        </p:nvSpPr>
        <p:spPr>
          <a:xfrm>
            <a:off x="14766758" y="7093527"/>
            <a:ext cx="3024515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374"/>
              </a:lnSpc>
            </a:pPr>
            <a:r>
              <a:rPr lang="ar-SA" sz="3600" dirty="0"/>
              <a:t>الغاز، اللهب، الماء</a:t>
            </a:r>
            <a:endParaRPr lang="ar-EG" sz="66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76A1F0DD-66E3-4F57-6A96-9E6364FB6DE2}"/>
              </a:ext>
            </a:extLst>
          </p:cNvPr>
          <p:cNvSpPr txBox="1"/>
          <p:nvPr/>
        </p:nvSpPr>
        <p:spPr>
          <a:xfrm>
            <a:off x="114300" y="5068032"/>
            <a:ext cx="3717992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374"/>
              </a:lnSpc>
            </a:pPr>
            <a:endParaRPr lang="ar-EG" sz="36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990F8A1A-739A-733F-6FF8-964932B6E59C}"/>
              </a:ext>
            </a:extLst>
          </p:cNvPr>
          <p:cNvSpPr txBox="1"/>
          <p:nvPr/>
        </p:nvSpPr>
        <p:spPr>
          <a:xfrm>
            <a:off x="421105" y="6937374"/>
            <a:ext cx="4682832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374"/>
              </a:lnSpc>
            </a:pPr>
            <a:r>
              <a:rPr lang="ar-SA" sz="3600" dirty="0"/>
              <a:t>مصدر طاقة أسلاك توصيل</a:t>
            </a:r>
            <a:endParaRPr lang="ar-EG" sz="3200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4FBF358-FCC0-CE90-5500-C29D9648F965}"/>
              </a:ext>
            </a:extLst>
          </p:cNvPr>
          <p:cNvSpPr txBox="1"/>
          <p:nvPr/>
        </p:nvSpPr>
        <p:spPr>
          <a:xfrm>
            <a:off x="1949233" y="8886628"/>
            <a:ext cx="6553200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374"/>
              </a:lnSpc>
            </a:pPr>
            <a:r>
              <a:rPr lang="ar-SA" sz="3600" dirty="0"/>
              <a:t>محرك </a:t>
            </a:r>
            <a:r>
              <a:rPr lang="ar-SA" sz="3600" dirty="0" err="1"/>
              <a:t>السرفو</a:t>
            </a:r>
            <a:r>
              <a:rPr lang="ar-SA" sz="3600" dirty="0"/>
              <a:t> </a:t>
            </a:r>
            <a:r>
              <a:rPr lang="ar-SA" sz="3600" dirty="0" err="1"/>
              <a:t>والبوزر</a:t>
            </a:r>
            <a:r>
              <a:rPr lang="ar-SA" sz="3600" dirty="0"/>
              <a:t> ومصابيح </a:t>
            </a:r>
            <a:r>
              <a:rPr lang="en-US" sz="3600" dirty="0"/>
              <a:t>LED</a:t>
            </a:r>
            <a:endParaRPr lang="ar-EG" sz="32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5935597-ECE0-70D0-3E4E-BA04636D3436}"/>
              </a:ext>
            </a:extLst>
          </p:cNvPr>
          <p:cNvSpPr txBox="1"/>
          <p:nvPr/>
        </p:nvSpPr>
        <p:spPr>
          <a:xfrm>
            <a:off x="457200" y="3219955"/>
            <a:ext cx="4682832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374"/>
              </a:lnSpc>
            </a:pPr>
            <a:r>
              <a:rPr lang="ar-SA" sz="3600" dirty="0"/>
              <a:t>قارئ </a:t>
            </a:r>
            <a:r>
              <a:rPr lang="en-US" sz="3600" dirty="0"/>
              <a:t>RFID</a:t>
            </a:r>
            <a:r>
              <a:rPr lang="ar-SA" sz="3600" dirty="0"/>
              <a:t> وبطاقات التعريف</a:t>
            </a:r>
            <a:endParaRPr lang="ar-EG" sz="3200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7D0F5A1C-8724-FA8F-91E6-EB68F741A793}"/>
              </a:ext>
            </a:extLst>
          </p:cNvPr>
          <p:cNvSpPr txBox="1"/>
          <p:nvPr/>
        </p:nvSpPr>
        <p:spPr>
          <a:xfrm>
            <a:off x="304068" y="379847"/>
            <a:ext cx="4916905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/>
            <a:r>
              <a:rPr lang="ar-SA" sz="4000" b="1" dirty="0"/>
              <a:t>يتكون نظام المنزل الذكي من المكونات التالية</a:t>
            </a:r>
            <a:endParaRPr lang="ar-SA" sz="6600" b="1" dirty="0">
              <a:effectLst/>
            </a:endParaRPr>
          </a:p>
        </p:txBody>
      </p:sp>
      <p:sp>
        <p:nvSpPr>
          <p:cNvPr id="14" name="TextBox 3">
            <a:extLst>
              <a:ext uri="{FF2B5EF4-FFF2-40B4-BE49-F238E27FC236}">
                <a16:creationId xmlns:a16="http://schemas.microsoft.com/office/drawing/2014/main" id="{B066834D-D95C-E66F-C07E-72C6C63FEBBF}"/>
              </a:ext>
            </a:extLst>
          </p:cNvPr>
          <p:cNvSpPr txBox="1"/>
          <p:nvPr/>
        </p:nvSpPr>
        <p:spPr>
          <a:xfrm>
            <a:off x="7922795" y="4701046"/>
            <a:ext cx="4190999" cy="1298228"/>
          </a:xfrm>
          <a:prstGeom prst="flowChartAlternateProcess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9750"/>
              </a:lnSpc>
            </a:pPr>
            <a:r>
              <a:rPr lang="ar-SA" sz="5400" b="1" dirty="0"/>
              <a:t>مكونات المشروع</a:t>
            </a:r>
            <a:endParaRPr lang="ar-EG" sz="5400" b="1" dirty="0">
              <a:solidFill>
                <a:srgbClr val="222A9B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</p:txBody>
      </p:sp>
      <p:cxnSp>
        <p:nvCxnSpPr>
          <p:cNvPr id="17" name="رابط مستقيم 16">
            <a:extLst>
              <a:ext uri="{FF2B5EF4-FFF2-40B4-BE49-F238E27FC236}">
                <a16:creationId xmlns:a16="http://schemas.microsoft.com/office/drawing/2014/main" id="{84DBDA66-9DD4-FA78-0AD4-1CE80685B770}"/>
              </a:ext>
            </a:extLst>
          </p:cNvPr>
          <p:cNvCxnSpPr>
            <a:cxnSpLocks/>
          </p:cNvCxnSpPr>
          <p:nvPr/>
        </p:nvCxnSpPr>
        <p:spPr>
          <a:xfrm flipH="1">
            <a:off x="457200" y="3855217"/>
            <a:ext cx="5181600" cy="0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رابط مستقيم 19">
            <a:extLst>
              <a:ext uri="{FF2B5EF4-FFF2-40B4-BE49-F238E27FC236}">
                <a16:creationId xmlns:a16="http://schemas.microsoft.com/office/drawing/2014/main" id="{733977D6-E9EF-4FC8-DB28-59135D3AB48A}"/>
              </a:ext>
            </a:extLst>
          </p:cNvPr>
          <p:cNvCxnSpPr>
            <a:cxnSpLocks/>
          </p:cNvCxnSpPr>
          <p:nvPr/>
        </p:nvCxnSpPr>
        <p:spPr>
          <a:xfrm flipH="1" flipV="1">
            <a:off x="14541773" y="3941816"/>
            <a:ext cx="3008473" cy="6570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رابط مستقيم 21">
            <a:extLst>
              <a:ext uri="{FF2B5EF4-FFF2-40B4-BE49-F238E27FC236}">
                <a16:creationId xmlns:a16="http://schemas.microsoft.com/office/drawing/2014/main" id="{AF47469E-F4C3-0BC4-FF8E-B9F098426C2B}"/>
              </a:ext>
            </a:extLst>
          </p:cNvPr>
          <p:cNvCxnSpPr>
            <a:cxnSpLocks/>
          </p:cNvCxnSpPr>
          <p:nvPr/>
        </p:nvCxnSpPr>
        <p:spPr>
          <a:xfrm flipH="1">
            <a:off x="11293231" y="1730505"/>
            <a:ext cx="3825647" cy="0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رابط مستقيم 22">
            <a:extLst>
              <a:ext uri="{FF2B5EF4-FFF2-40B4-BE49-F238E27FC236}">
                <a16:creationId xmlns:a16="http://schemas.microsoft.com/office/drawing/2014/main" id="{BBFC1996-B0BF-28AC-47A3-CA728762FFB7}"/>
              </a:ext>
            </a:extLst>
          </p:cNvPr>
          <p:cNvCxnSpPr>
            <a:cxnSpLocks/>
          </p:cNvCxnSpPr>
          <p:nvPr/>
        </p:nvCxnSpPr>
        <p:spPr>
          <a:xfrm flipH="1">
            <a:off x="609600" y="7514455"/>
            <a:ext cx="5029200" cy="0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رابط مستقيم 28">
            <a:extLst>
              <a:ext uri="{FF2B5EF4-FFF2-40B4-BE49-F238E27FC236}">
                <a16:creationId xmlns:a16="http://schemas.microsoft.com/office/drawing/2014/main" id="{B2F47969-002C-37A5-8691-F0248F5F2068}"/>
              </a:ext>
            </a:extLst>
          </p:cNvPr>
          <p:cNvCxnSpPr>
            <a:cxnSpLocks/>
          </p:cNvCxnSpPr>
          <p:nvPr/>
        </p:nvCxnSpPr>
        <p:spPr>
          <a:xfrm flipH="1">
            <a:off x="14425285" y="7705531"/>
            <a:ext cx="3454007" cy="0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رابط مستقيم 29">
            <a:extLst>
              <a:ext uri="{FF2B5EF4-FFF2-40B4-BE49-F238E27FC236}">
                <a16:creationId xmlns:a16="http://schemas.microsoft.com/office/drawing/2014/main" id="{205E3C13-7E5A-262F-EC28-AB52C7EC6A6C}"/>
              </a:ext>
            </a:extLst>
          </p:cNvPr>
          <p:cNvCxnSpPr>
            <a:cxnSpLocks/>
          </p:cNvCxnSpPr>
          <p:nvPr/>
        </p:nvCxnSpPr>
        <p:spPr>
          <a:xfrm flipH="1">
            <a:off x="2209800" y="9450885"/>
            <a:ext cx="6858000" cy="0"/>
          </a:xfrm>
          <a:prstGeom prst="line">
            <a:avLst/>
          </a:prstGeom>
          <a:ln w="28575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مخطط انسيابي: معالجة متعاقبة 42">
            <a:extLst>
              <a:ext uri="{FF2B5EF4-FFF2-40B4-BE49-F238E27FC236}">
                <a16:creationId xmlns:a16="http://schemas.microsoft.com/office/drawing/2014/main" id="{30962B8A-57D2-64E8-E49B-4E89E453B284}"/>
              </a:ext>
            </a:extLst>
          </p:cNvPr>
          <p:cNvSpPr/>
          <p:nvPr/>
        </p:nvSpPr>
        <p:spPr>
          <a:xfrm>
            <a:off x="9705472" y="694359"/>
            <a:ext cx="657600" cy="446241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dirty="0"/>
              <a:t>1</a:t>
            </a:r>
          </a:p>
        </p:txBody>
      </p:sp>
      <p:sp>
        <p:nvSpPr>
          <p:cNvPr id="44" name="مخطط انسيابي: معالجة متعاقبة 43">
            <a:extLst>
              <a:ext uri="{FF2B5EF4-FFF2-40B4-BE49-F238E27FC236}">
                <a16:creationId xmlns:a16="http://schemas.microsoft.com/office/drawing/2014/main" id="{88883057-D6F6-9E3C-E2B4-111C6548B9B9}"/>
              </a:ext>
            </a:extLst>
          </p:cNvPr>
          <p:cNvSpPr/>
          <p:nvPr/>
        </p:nvSpPr>
        <p:spPr>
          <a:xfrm>
            <a:off x="6549143" y="2411087"/>
            <a:ext cx="608326" cy="425073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dirty="0"/>
              <a:t>6</a:t>
            </a:r>
          </a:p>
        </p:txBody>
      </p:sp>
      <p:sp>
        <p:nvSpPr>
          <p:cNvPr id="45" name="مخطط انسيابي: معالجة متعاقبة 44">
            <a:extLst>
              <a:ext uri="{FF2B5EF4-FFF2-40B4-BE49-F238E27FC236}">
                <a16:creationId xmlns:a16="http://schemas.microsoft.com/office/drawing/2014/main" id="{32B86E7C-8E17-5372-47AE-E2B2DB873555}"/>
              </a:ext>
            </a:extLst>
          </p:cNvPr>
          <p:cNvSpPr/>
          <p:nvPr/>
        </p:nvSpPr>
        <p:spPr>
          <a:xfrm>
            <a:off x="6329156" y="6200570"/>
            <a:ext cx="608325" cy="425071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dirty="0"/>
              <a:t>5</a:t>
            </a:r>
          </a:p>
        </p:txBody>
      </p:sp>
      <p:sp>
        <p:nvSpPr>
          <p:cNvPr id="46" name="مخطط انسيابي: معالجة متعاقبة 45">
            <a:extLst>
              <a:ext uri="{FF2B5EF4-FFF2-40B4-BE49-F238E27FC236}">
                <a16:creationId xmlns:a16="http://schemas.microsoft.com/office/drawing/2014/main" id="{933042C2-D255-9077-7FC6-3F27CC696D30}"/>
              </a:ext>
            </a:extLst>
          </p:cNvPr>
          <p:cNvSpPr/>
          <p:nvPr/>
        </p:nvSpPr>
        <p:spPr>
          <a:xfrm>
            <a:off x="9689494" y="7962900"/>
            <a:ext cx="657600" cy="457200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dirty="0"/>
              <a:t>4</a:t>
            </a:r>
          </a:p>
        </p:txBody>
      </p:sp>
      <p:sp>
        <p:nvSpPr>
          <p:cNvPr id="47" name="مخطط انسيابي: معالجة متعاقبة 46">
            <a:extLst>
              <a:ext uri="{FF2B5EF4-FFF2-40B4-BE49-F238E27FC236}">
                <a16:creationId xmlns:a16="http://schemas.microsoft.com/office/drawing/2014/main" id="{9A4FDEDE-17BC-C3A3-1600-F0BCAF17A692}"/>
              </a:ext>
            </a:extLst>
          </p:cNvPr>
          <p:cNvSpPr/>
          <p:nvPr/>
        </p:nvSpPr>
        <p:spPr>
          <a:xfrm>
            <a:off x="13019537" y="2411088"/>
            <a:ext cx="608326" cy="425072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2</a:t>
            </a:r>
            <a:endParaRPr lang="ar-SA" dirty="0"/>
          </a:p>
        </p:txBody>
      </p:sp>
      <p:sp>
        <p:nvSpPr>
          <p:cNvPr id="48" name="مخطط انسيابي: معالجة متعاقبة 47">
            <a:extLst>
              <a:ext uri="{FF2B5EF4-FFF2-40B4-BE49-F238E27FC236}">
                <a16:creationId xmlns:a16="http://schemas.microsoft.com/office/drawing/2014/main" id="{8712A158-E383-1AAE-1949-75AF1A9CBFDC}"/>
              </a:ext>
            </a:extLst>
          </p:cNvPr>
          <p:cNvSpPr/>
          <p:nvPr/>
        </p:nvSpPr>
        <p:spPr>
          <a:xfrm>
            <a:off x="13019538" y="6200569"/>
            <a:ext cx="608325" cy="425071"/>
          </a:xfrm>
          <a:prstGeom prst="flowChartAlternateProcess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40209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مجموعة 12">
            <a:extLst>
              <a:ext uri="{FF2B5EF4-FFF2-40B4-BE49-F238E27FC236}">
                <a16:creationId xmlns:a16="http://schemas.microsoft.com/office/drawing/2014/main" id="{975C551D-0293-9A1E-D417-A26A62816507}"/>
              </a:ext>
            </a:extLst>
          </p:cNvPr>
          <p:cNvGrpSpPr/>
          <p:nvPr/>
        </p:nvGrpSpPr>
        <p:grpSpPr>
          <a:xfrm>
            <a:off x="8305800" y="1629962"/>
            <a:ext cx="8983536" cy="1197156"/>
            <a:chOff x="9498151" y="3090421"/>
            <a:chExt cx="7933887" cy="1614160"/>
          </a:xfrm>
        </p:grpSpPr>
        <p:grpSp>
          <p:nvGrpSpPr>
            <p:cNvPr id="2" name="Group 2"/>
            <p:cNvGrpSpPr/>
            <p:nvPr/>
          </p:nvGrpSpPr>
          <p:grpSpPr>
            <a:xfrm>
              <a:off x="9987848" y="3317663"/>
              <a:ext cx="7444190" cy="1386918"/>
              <a:chOff x="-113764" y="382970"/>
              <a:chExt cx="5770832" cy="6709558"/>
            </a:xfrm>
          </p:grpSpPr>
          <p:sp>
            <p:nvSpPr>
              <p:cNvPr id="3" name="Freeform 3"/>
              <p:cNvSpPr/>
              <p:nvPr/>
            </p:nvSpPr>
            <p:spPr>
              <a:xfrm flipH="1">
                <a:off x="-113764" y="382970"/>
                <a:ext cx="5770832" cy="6709558"/>
              </a:xfrm>
              <a:custGeom>
                <a:avLst/>
                <a:gdLst/>
                <a:ahLst/>
                <a:cxnLst/>
                <a:rect l="l" t="t" r="r" b="b"/>
                <a:pathLst>
                  <a:path w="5837538" h="6709559">
                    <a:moveTo>
                      <a:pt x="304800" y="0"/>
                    </a:moveTo>
                    <a:lnTo>
                      <a:pt x="5532738" y="0"/>
                    </a:lnTo>
                    <a:cubicBezTo>
                      <a:pt x="5701648" y="0"/>
                      <a:pt x="5837538" y="135890"/>
                      <a:pt x="5837538" y="304800"/>
                    </a:cubicBezTo>
                    <a:lnTo>
                      <a:pt x="5837538" y="6404758"/>
                    </a:lnTo>
                    <a:cubicBezTo>
                      <a:pt x="5837538" y="6573669"/>
                      <a:pt x="5701648" y="6709559"/>
                      <a:pt x="5532738" y="6709559"/>
                    </a:cubicBezTo>
                    <a:lnTo>
                      <a:pt x="304800" y="6709559"/>
                    </a:lnTo>
                    <a:cubicBezTo>
                      <a:pt x="135890" y="6709559"/>
                      <a:pt x="0" y="6573669"/>
                      <a:pt x="0" y="6404758"/>
                    </a:cubicBezTo>
                    <a:lnTo>
                      <a:pt x="0" y="304800"/>
                    </a:lnTo>
                    <a:cubicBezTo>
                      <a:pt x="0" y="135890"/>
                      <a:pt x="135890" y="0"/>
                      <a:pt x="304800" y="0"/>
                    </a:cubicBezTo>
                    <a:close/>
                  </a:path>
                </a:pathLst>
              </a:custGeom>
              <a:solidFill>
                <a:srgbClr val="F1F1F1"/>
              </a:solidFill>
              <a:ln>
                <a:solidFill>
                  <a:schemeClr val="tx1"/>
                </a:solidFill>
              </a:ln>
            </p:spPr>
          </p:sp>
        </p:grpSp>
        <p:sp>
          <p:nvSpPr>
            <p:cNvPr id="5" name="TextBox 5"/>
            <p:cNvSpPr txBox="1"/>
            <p:nvPr/>
          </p:nvSpPr>
          <p:spPr>
            <a:xfrm>
              <a:off x="9498151" y="3090421"/>
              <a:ext cx="7530239" cy="13694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>
                <a:lnSpc>
                  <a:spcPct val="150000"/>
                </a:lnSpc>
              </a:pPr>
              <a:r>
                <a:rPr lang="ar-SA" sz="4800" b="1" dirty="0"/>
                <a:t>وظيفة </a:t>
              </a:r>
              <a:r>
                <a:rPr lang="en-US" sz="4800" b="1" dirty="0"/>
                <a:t> Arduino Uno </a:t>
              </a:r>
              <a:r>
                <a:rPr lang="ar-SA" sz="4800" b="1" dirty="0"/>
                <a:t>في المشروع</a:t>
              </a:r>
              <a:endParaRPr lang="ar-EG" sz="5400" b="1" dirty="0">
                <a:solidFill>
                  <a:srgbClr val="222A9B"/>
                </a:solidFill>
                <a:latin typeface="Vazir Bold"/>
                <a:ea typeface="Vazir Bold"/>
                <a:cs typeface="Vazir Bold"/>
                <a:sym typeface="Vazir Bold"/>
                <a:rtl/>
              </a:endParaRPr>
            </a:p>
          </p:txBody>
        </p:sp>
      </p:grpSp>
      <p:graphicFrame>
        <p:nvGraphicFramePr>
          <p:cNvPr id="15" name="رسم تخطيطي 14">
            <a:extLst>
              <a:ext uri="{FF2B5EF4-FFF2-40B4-BE49-F238E27FC236}">
                <a16:creationId xmlns:a16="http://schemas.microsoft.com/office/drawing/2014/main" id="{5E461199-3B6C-8FAD-7921-577C15C79FB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7502319"/>
              </p:ext>
            </p:extLst>
          </p:nvPr>
        </p:nvGraphicFramePr>
        <p:xfrm>
          <a:off x="4736429" y="3456015"/>
          <a:ext cx="13245238" cy="59528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29" name="مجموعة 28">
            <a:extLst>
              <a:ext uri="{FF2B5EF4-FFF2-40B4-BE49-F238E27FC236}">
                <a16:creationId xmlns:a16="http://schemas.microsoft.com/office/drawing/2014/main" id="{D076D8E8-F678-0F8C-623E-A1CB70313C51}"/>
              </a:ext>
            </a:extLst>
          </p:cNvPr>
          <p:cNvGrpSpPr/>
          <p:nvPr/>
        </p:nvGrpSpPr>
        <p:grpSpPr>
          <a:xfrm>
            <a:off x="2096733" y="3487626"/>
            <a:ext cx="479638" cy="5031742"/>
            <a:chOff x="3041601" y="3258003"/>
            <a:chExt cx="479638" cy="5031742"/>
          </a:xfrm>
        </p:grpSpPr>
        <p:cxnSp>
          <p:nvCxnSpPr>
            <p:cNvPr id="19" name="رابط مستقيم 18">
              <a:extLst>
                <a:ext uri="{FF2B5EF4-FFF2-40B4-BE49-F238E27FC236}">
                  <a16:creationId xmlns:a16="http://schemas.microsoft.com/office/drawing/2014/main" id="{94AA99D6-61A6-A497-15D4-39CBFAC11D1D}"/>
                </a:ext>
              </a:extLst>
            </p:cNvPr>
            <p:cNvCxnSpPr>
              <a:cxnSpLocks/>
            </p:cNvCxnSpPr>
            <p:nvPr/>
          </p:nvCxnSpPr>
          <p:spPr>
            <a:xfrm>
              <a:off x="3276600" y="3258003"/>
              <a:ext cx="0" cy="49148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" name="شكل بيضاوي 19">
              <a:extLst>
                <a:ext uri="{FF2B5EF4-FFF2-40B4-BE49-F238E27FC236}">
                  <a16:creationId xmlns:a16="http://schemas.microsoft.com/office/drawing/2014/main" id="{6581AD0E-9D2D-B1E3-166B-8731FB918E58}"/>
                </a:ext>
              </a:extLst>
            </p:cNvPr>
            <p:cNvSpPr/>
            <p:nvPr/>
          </p:nvSpPr>
          <p:spPr>
            <a:xfrm>
              <a:off x="3048003" y="4087747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24" name="شكل بيضاوي 23">
              <a:extLst>
                <a:ext uri="{FF2B5EF4-FFF2-40B4-BE49-F238E27FC236}">
                  <a16:creationId xmlns:a16="http://schemas.microsoft.com/office/drawing/2014/main" id="{9C65E63A-DE70-0BC6-D0A3-3344D695F9D7}"/>
                </a:ext>
              </a:extLst>
            </p:cNvPr>
            <p:cNvSpPr/>
            <p:nvPr/>
          </p:nvSpPr>
          <p:spPr>
            <a:xfrm>
              <a:off x="3048003" y="5000648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25" name="شكل بيضاوي 24">
              <a:extLst>
                <a:ext uri="{FF2B5EF4-FFF2-40B4-BE49-F238E27FC236}">
                  <a16:creationId xmlns:a16="http://schemas.microsoft.com/office/drawing/2014/main" id="{E04EC95E-3A51-EFE8-610D-72B2F2EB5BE5}"/>
                </a:ext>
              </a:extLst>
            </p:cNvPr>
            <p:cNvSpPr/>
            <p:nvPr/>
          </p:nvSpPr>
          <p:spPr>
            <a:xfrm>
              <a:off x="3041601" y="6084503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26" name="شكل بيضاوي 25">
              <a:extLst>
                <a:ext uri="{FF2B5EF4-FFF2-40B4-BE49-F238E27FC236}">
                  <a16:creationId xmlns:a16="http://schemas.microsoft.com/office/drawing/2014/main" id="{700B71AB-B395-5214-27AF-A15D41D91395}"/>
                </a:ext>
              </a:extLst>
            </p:cNvPr>
            <p:cNvSpPr/>
            <p:nvPr/>
          </p:nvSpPr>
          <p:spPr>
            <a:xfrm>
              <a:off x="3041601" y="7033322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/>
            </a:p>
          </p:txBody>
        </p:sp>
        <p:sp>
          <p:nvSpPr>
            <p:cNvPr id="27" name="شكل بيضاوي 26">
              <a:extLst>
                <a:ext uri="{FF2B5EF4-FFF2-40B4-BE49-F238E27FC236}">
                  <a16:creationId xmlns:a16="http://schemas.microsoft.com/office/drawing/2014/main" id="{B6AF796F-A7B3-EA24-4616-F40AA46EBCDA}"/>
                </a:ext>
              </a:extLst>
            </p:cNvPr>
            <p:cNvSpPr/>
            <p:nvPr/>
          </p:nvSpPr>
          <p:spPr>
            <a:xfrm>
              <a:off x="3064045" y="7908745"/>
              <a:ext cx="457194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grpSp>
        <p:nvGrpSpPr>
          <p:cNvPr id="46" name="مجموعة 45">
            <a:extLst>
              <a:ext uri="{FF2B5EF4-FFF2-40B4-BE49-F238E27FC236}">
                <a16:creationId xmlns:a16="http://schemas.microsoft.com/office/drawing/2014/main" id="{F1BA70EB-45B6-0010-CC38-E829BB203119}"/>
              </a:ext>
            </a:extLst>
          </p:cNvPr>
          <p:cNvGrpSpPr/>
          <p:nvPr/>
        </p:nvGrpSpPr>
        <p:grpSpPr>
          <a:xfrm>
            <a:off x="2110347" y="4407154"/>
            <a:ext cx="5589056" cy="3898586"/>
            <a:chOff x="2110347" y="4407154"/>
            <a:chExt cx="5589056" cy="3898586"/>
          </a:xfrm>
        </p:grpSpPr>
        <p:cxnSp>
          <p:nvCxnSpPr>
            <p:cNvPr id="32" name="رابط مستقيم 31">
              <a:extLst>
                <a:ext uri="{FF2B5EF4-FFF2-40B4-BE49-F238E27FC236}">
                  <a16:creationId xmlns:a16="http://schemas.microsoft.com/office/drawing/2014/main" id="{3DB20FD1-6DEB-72AA-2043-337135FD07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63293" y="4407154"/>
              <a:ext cx="5479963" cy="63475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رابط مستقيم 33">
              <a:extLst>
                <a:ext uri="{FF2B5EF4-FFF2-40B4-BE49-F238E27FC236}">
                  <a16:creationId xmlns:a16="http://schemas.microsoft.com/office/drawing/2014/main" id="{68A4F36F-C33E-F6D1-8D54-BEA485B27FF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0347" y="6318407"/>
              <a:ext cx="5532909" cy="11551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رابط مستقيم 34">
              <a:extLst>
                <a:ext uri="{FF2B5EF4-FFF2-40B4-BE49-F238E27FC236}">
                  <a16:creationId xmlns:a16="http://schemas.microsoft.com/office/drawing/2014/main" id="{2952E7A5-2B01-50C4-BA2A-2A6E0E793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359" y="7390742"/>
              <a:ext cx="5585044" cy="3804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رابط مستقيم 35">
              <a:extLst>
                <a:ext uri="{FF2B5EF4-FFF2-40B4-BE49-F238E27FC236}">
                  <a16:creationId xmlns:a16="http://schemas.microsoft.com/office/drawing/2014/main" id="{D6AE9B70-E4A4-2698-906F-F496993E57A9}"/>
                </a:ext>
              </a:extLst>
            </p:cNvPr>
            <p:cNvCxnSpPr>
              <a:cxnSpLocks/>
            </p:cNvCxnSpPr>
            <p:nvPr/>
          </p:nvCxnSpPr>
          <p:spPr>
            <a:xfrm>
              <a:off x="2134814" y="8305740"/>
              <a:ext cx="553692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رابط مستقيم 36">
              <a:extLst>
                <a:ext uri="{FF2B5EF4-FFF2-40B4-BE49-F238E27FC236}">
                  <a16:creationId xmlns:a16="http://schemas.microsoft.com/office/drawing/2014/main" id="{D4056020-2276-7CB2-3FF1-7AC78D253E8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0347" y="5387018"/>
              <a:ext cx="5589056" cy="1500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45" name="مخطط انسيابي: معالجة متعاقبة 44">
            <a:extLst>
              <a:ext uri="{FF2B5EF4-FFF2-40B4-BE49-F238E27FC236}">
                <a16:creationId xmlns:a16="http://schemas.microsoft.com/office/drawing/2014/main" id="{A5DA44DD-8C1C-E218-6515-7A598B82FFCE}"/>
              </a:ext>
            </a:extLst>
          </p:cNvPr>
          <p:cNvSpPr/>
          <p:nvPr/>
        </p:nvSpPr>
        <p:spPr>
          <a:xfrm>
            <a:off x="304804" y="2228540"/>
            <a:ext cx="4190996" cy="1269112"/>
          </a:xfrm>
          <a:prstGeom prst="flowChartAlternateProcess">
            <a:avLst/>
          </a:prstGeom>
          <a:solidFill>
            <a:schemeClr val="tx2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800" b="1" dirty="0">
                <a:solidFill>
                  <a:schemeClr val="bg1"/>
                </a:solidFill>
              </a:rPr>
              <a:t>يتولى المهام التالية</a:t>
            </a:r>
            <a:endParaRPr lang="ar-EG" sz="4400" b="1" dirty="0">
              <a:solidFill>
                <a:schemeClr val="bg1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47" name="شكل بيضاوي 46">
            <a:extLst>
              <a:ext uri="{FF2B5EF4-FFF2-40B4-BE49-F238E27FC236}">
                <a16:creationId xmlns:a16="http://schemas.microsoft.com/office/drawing/2014/main" id="{DCB4B07B-B371-DDA2-4CB1-17CDD1067696}"/>
              </a:ext>
            </a:extLst>
          </p:cNvPr>
          <p:cNvSpPr/>
          <p:nvPr/>
        </p:nvSpPr>
        <p:spPr>
          <a:xfrm>
            <a:off x="6705600" y="3703860"/>
            <a:ext cx="709056" cy="49353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1</a:t>
            </a:r>
          </a:p>
        </p:txBody>
      </p:sp>
      <p:sp>
        <p:nvSpPr>
          <p:cNvPr id="48" name="شكل بيضاوي 47">
            <a:extLst>
              <a:ext uri="{FF2B5EF4-FFF2-40B4-BE49-F238E27FC236}">
                <a16:creationId xmlns:a16="http://schemas.microsoft.com/office/drawing/2014/main" id="{BDE5051C-36FD-1B45-C32D-A60DF73CA936}"/>
              </a:ext>
            </a:extLst>
          </p:cNvPr>
          <p:cNvSpPr/>
          <p:nvPr/>
        </p:nvSpPr>
        <p:spPr>
          <a:xfrm>
            <a:off x="6705600" y="5702191"/>
            <a:ext cx="709056" cy="49353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3</a:t>
            </a:r>
          </a:p>
        </p:txBody>
      </p:sp>
      <p:sp>
        <p:nvSpPr>
          <p:cNvPr id="49" name="شكل بيضاوي 48">
            <a:extLst>
              <a:ext uri="{FF2B5EF4-FFF2-40B4-BE49-F238E27FC236}">
                <a16:creationId xmlns:a16="http://schemas.microsoft.com/office/drawing/2014/main" id="{DCFE8B5D-1A34-9EAE-4CFA-D6B276389B93}"/>
              </a:ext>
            </a:extLst>
          </p:cNvPr>
          <p:cNvSpPr/>
          <p:nvPr/>
        </p:nvSpPr>
        <p:spPr>
          <a:xfrm>
            <a:off x="6705600" y="4723052"/>
            <a:ext cx="709056" cy="49353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2</a:t>
            </a:r>
          </a:p>
        </p:txBody>
      </p:sp>
      <p:sp>
        <p:nvSpPr>
          <p:cNvPr id="50" name="شكل بيضاوي 49">
            <a:extLst>
              <a:ext uri="{FF2B5EF4-FFF2-40B4-BE49-F238E27FC236}">
                <a16:creationId xmlns:a16="http://schemas.microsoft.com/office/drawing/2014/main" id="{D880E282-6CE2-1DA8-28B4-A7DC35A013E4}"/>
              </a:ext>
            </a:extLst>
          </p:cNvPr>
          <p:cNvSpPr/>
          <p:nvPr/>
        </p:nvSpPr>
        <p:spPr>
          <a:xfrm>
            <a:off x="6655872" y="6758403"/>
            <a:ext cx="709056" cy="49353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4</a:t>
            </a:r>
          </a:p>
        </p:txBody>
      </p:sp>
      <p:sp>
        <p:nvSpPr>
          <p:cNvPr id="51" name="شكل بيضاوي 50">
            <a:extLst>
              <a:ext uri="{FF2B5EF4-FFF2-40B4-BE49-F238E27FC236}">
                <a16:creationId xmlns:a16="http://schemas.microsoft.com/office/drawing/2014/main" id="{3F4FE447-D6A7-8EA4-8EE5-EC8178164EF5}"/>
              </a:ext>
            </a:extLst>
          </p:cNvPr>
          <p:cNvSpPr/>
          <p:nvPr/>
        </p:nvSpPr>
        <p:spPr>
          <a:xfrm>
            <a:off x="6705600" y="7892069"/>
            <a:ext cx="709056" cy="493537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2800" b="1" dirty="0"/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B1AEC-3A25-DF61-1A5D-A3E1D8369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6">
            <a:extLst>
              <a:ext uri="{FF2B5EF4-FFF2-40B4-BE49-F238E27FC236}">
                <a16:creationId xmlns:a16="http://schemas.microsoft.com/office/drawing/2014/main" id="{038E978B-3404-192A-B106-B8DC5C8059B4}"/>
              </a:ext>
            </a:extLst>
          </p:cNvPr>
          <p:cNvSpPr txBox="1"/>
          <p:nvPr/>
        </p:nvSpPr>
        <p:spPr>
          <a:xfrm>
            <a:off x="9490839" y="5334910"/>
            <a:ext cx="7808327" cy="576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600" dirty="0"/>
              <a:t>تشغيل الإنذار وإرسال تنبيه عند تجاوز القيم الآمنة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3419A206-37B1-1C99-7BA2-7E487BFA0281}"/>
              </a:ext>
            </a:extLst>
          </p:cNvPr>
          <p:cNvSpPr txBox="1"/>
          <p:nvPr/>
        </p:nvSpPr>
        <p:spPr>
          <a:xfrm>
            <a:off x="9446090" y="7302418"/>
            <a:ext cx="5065127" cy="576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600" dirty="0"/>
              <a:t>الكشف المبكر عن تسرب الغاز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75A1220F-83FF-85AB-D8CA-130667DD1124}"/>
              </a:ext>
            </a:extLst>
          </p:cNvPr>
          <p:cNvSpPr txBox="1"/>
          <p:nvPr/>
        </p:nvSpPr>
        <p:spPr>
          <a:xfrm>
            <a:off x="10979099" y="6188717"/>
            <a:ext cx="4600774" cy="589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600" dirty="0"/>
              <a:t>تقليل احتمالية حدوث الحرائق</a:t>
            </a:r>
          </a:p>
        </p:txBody>
      </p:sp>
      <p:sp>
        <p:nvSpPr>
          <p:cNvPr id="20" name="شكل بيضاوي 19">
            <a:extLst>
              <a:ext uri="{FF2B5EF4-FFF2-40B4-BE49-F238E27FC236}">
                <a16:creationId xmlns:a16="http://schemas.microsoft.com/office/drawing/2014/main" id="{26B258EE-CF3A-53FD-32FB-2CF9A3246AAA}"/>
              </a:ext>
            </a:extLst>
          </p:cNvPr>
          <p:cNvSpPr/>
          <p:nvPr/>
        </p:nvSpPr>
        <p:spPr>
          <a:xfrm>
            <a:off x="-52578" y="4071586"/>
            <a:ext cx="6716764" cy="6090655"/>
          </a:xfrm>
          <a:prstGeom prst="ellipse">
            <a:avLst/>
          </a:prstGeom>
          <a:blipFill>
            <a:blip r:embed="rId2"/>
            <a:srcRect/>
            <a:stretch>
              <a:fillRect l="-4000" r="-4000"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7E8C1A36-AEC2-2FFB-1F71-840AAE062289}"/>
              </a:ext>
            </a:extLst>
          </p:cNvPr>
          <p:cNvGrpSpPr/>
          <p:nvPr/>
        </p:nvGrpSpPr>
        <p:grpSpPr>
          <a:xfrm>
            <a:off x="9315993" y="1628396"/>
            <a:ext cx="7619287" cy="1369539"/>
            <a:chOff x="-728319" y="-7396604"/>
            <a:chExt cx="4664960" cy="274705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F668B1D-2D29-23FD-6D36-18937A72BDFB}"/>
                </a:ext>
              </a:extLst>
            </p:cNvPr>
            <p:cNvSpPr/>
            <p:nvPr/>
          </p:nvSpPr>
          <p:spPr>
            <a:xfrm flipH="1">
              <a:off x="-728319" y="-7396604"/>
              <a:ext cx="4664960" cy="2747054"/>
            </a:xfrm>
            <a:custGeom>
              <a:avLst/>
              <a:gdLst/>
              <a:ahLst/>
              <a:cxnLst/>
              <a:rect l="l" t="t" r="r" b="b"/>
              <a:pathLst>
                <a:path w="5837538" h="6709559">
                  <a:moveTo>
                    <a:pt x="304800" y="0"/>
                  </a:moveTo>
                  <a:lnTo>
                    <a:pt x="5532738" y="0"/>
                  </a:lnTo>
                  <a:cubicBezTo>
                    <a:pt x="5701648" y="0"/>
                    <a:pt x="5837538" y="135890"/>
                    <a:pt x="5837538" y="304800"/>
                  </a:cubicBezTo>
                  <a:lnTo>
                    <a:pt x="5837538" y="6404758"/>
                  </a:lnTo>
                  <a:cubicBezTo>
                    <a:pt x="5837538" y="6573669"/>
                    <a:pt x="5701648" y="6709559"/>
                    <a:pt x="5532738" y="6709559"/>
                  </a:cubicBezTo>
                  <a:lnTo>
                    <a:pt x="304800" y="6709559"/>
                  </a:lnTo>
                  <a:cubicBezTo>
                    <a:pt x="135890" y="6709559"/>
                    <a:pt x="0" y="6573669"/>
                    <a:pt x="0" y="6404758"/>
                  </a:cubicBezTo>
                  <a:lnTo>
                    <a:pt x="0" y="304800"/>
                  </a:lnTo>
                  <a:cubicBezTo>
                    <a:pt x="0" y="135890"/>
                    <a:pt x="135890" y="0"/>
                    <a:pt x="304800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pPr algn="ctr" rtl="1">
                <a:lnSpc>
                  <a:spcPts val="4900"/>
                </a:lnSpc>
              </a:pPr>
              <a:r>
                <a:rPr lang="ar-SA" sz="3600" b="1" dirty="0"/>
                <a:t>آلية العمل:</a:t>
              </a:r>
              <a:r>
                <a:rPr lang="ar-SA" sz="3600" dirty="0"/>
                <a:t> يتغير الجهد الناتج عن الحساس تبعًا لتركيز الغاز</a:t>
              </a:r>
              <a:endParaRPr lang="ar-EG" sz="3600" b="1" dirty="0">
                <a:solidFill>
                  <a:srgbClr val="414042"/>
                </a:solidFill>
                <a:latin typeface="Vazir Medium"/>
                <a:ea typeface="Vazir Medium"/>
                <a:cs typeface="Vazir Medium"/>
                <a:sym typeface="Vazir Medium"/>
                <a:rtl/>
              </a:endParaRPr>
            </a:p>
            <a:p>
              <a:endParaRPr lang="ar-SA" dirty="0"/>
            </a:p>
          </p:txBody>
        </p:sp>
      </p:grpSp>
      <p:sp>
        <p:nvSpPr>
          <p:cNvPr id="22" name="TextBox 6">
            <a:extLst>
              <a:ext uri="{FF2B5EF4-FFF2-40B4-BE49-F238E27FC236}">
                <a16:creationId xmlns:a16="http://schemas.microsoft.com/office/drawing/2014/main" id="{AD9D83FC-40CD-3F96-AD69-C1419D9E3BA7}"/>
              </a:ext>
            </a:extLst>
          </p:cNvPr>
          <p:cNvSpPr txBox="1"/>
          <p:nvPr/>
        </p:nvSpPr>
        <p:spPr>
          <a:xfrm>
            <a:off x="8523881" y="8403144"/>
            <a:ext cx="4755605" cy="599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200" dirty="0"/>
              <a:t>تعزيز مستوى السلامة المنزلية</a:t>
            </a:r>
            <a:endParaRPr lang="ar-EG" sz="32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77" name="TextBox 6">
            <a:extLst>
              <a:ext uri="{FF2B5EF4-FFF2-40B4-BE49-F238E27FC236}">
                <a16:creationId xmlns:a16="http://schemas.microsoft.com/office/drawing/2014/main" id="{8114B808-ABEC-0C8A-4715-C040FCFB7994}"/>
              </a:ext>
            </a:extLst>
          </p:cNvPr>
          <p:cNvSpPr txBox="1"/>
          <p:nvPr/>
        </p:nvSpPr>
        <p:spPr>
          <a:xfrm>
            <a:off x="12535639" y="4431186"/>
            <a:ext cx="330051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900"/>
              </a:lnSpc>
            </a:pPr>
            <a:r>
              <a:rPr lang="ar-SA" sz="3600" b="1" dirty="0"/>
              <a:t>الاستخدامات</a:t>
            </a:r>
            <a:endParaRPr lang="ar-EG" sz="35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grpSp>
        <p:nvGrpSpPr>
          <p:cNvPr id="87" name="مجموعة 86">
            <a:extLst>
              <a:ext uri="{FF2B5EF4-FFF2-40B4-BE49-F238E27FC236}">
                <a16:creationId xmlns:a16="http://schemas.microsoft.com/office/drawing/2014/main" id="{0DDB4451-501B-8DCD-7295-5D5B086AA7F2}"/>
              </a:ext>
            </a:extLst>
          </p:cNvPr>
          <p:cNvGrpSpPr/>
          <p:nvPr/>
        </p:nvGrpSpPr>
        <p:grpSpPr>
          <a:xfrm>
            <a:off x="9144000" y="4936266"/>
            <a:ext cx="9088679" cy="397734"/>
            <a:chOff x="9144000" y="4936266"/>
            <a:chExt cx="9088679" cy="397734"/>
          </a:xfrm>
        </p:grpSpPr>
        <p:cxnSp>
          <p:nvCxnSpPr>
            <p:cNvPr id="27" name="رابط مستقيم 26">
              <a:extLst>
                <a:ext uri="{FF2B5EF4-FFF2-40B4-BE49-F238E27FC236}">
                  <a16:creationId xmlns:a16="http://schemas.microsoft.com/office/drawing/2014/main" id="{83675729-416B-6F97-E328-0DD2B12E2180}"/>
                </a:ext>
              </a:extLst>
            </p:cNvPr>
            <p:cNvCxnSpPr>
              <a:cxnSpLocks/>
              <a:stCxn id="58" idx="6"/>
            </p:cNvCxnSpPr>
            <p:nvPr/>
          </p:nvCxnSpPr>
          <p:spPr>
            <a:xfrm>
              <a:off x="9469679" y="5126766"/>
              <a:ext cx="8437321" cy="167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شكل بيضاوي 57">
              <a:extLst>
                <a:ext uri="{FF2B5EF4-FFF2-40B4-BE49-F238E27FC236}">
                  <a16:creationId xmlns:a16="http://schemas.microsoft.com/office/drawing/2014/main" id="{1B2BD1FD-3DDE-9071-895A-58C28C945529}"/>
                </a:ext>
              </a:extLst>
            </p:cNvPr>
            <p:cNvSpPr/>
            <p:nvPr/>
          </p:nvSpPr>
          <p:spPr>
            <a:xfrm>
              <a:off x="9144000" y="4936266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78" name="شكل بيضاوي 77">
              <a:extLst>
                <a:ext uri="{FF2B5EF4-FFF2-40B4-BE49-F238E27FC236}">
                  <a16:creationId xmlns:a16="http://schemas.microsoft.com/office/drawing/2014/main" id="{234F21C4-FF1F-D2F9-7701-98A9ED38EA4F}"/>
                </a:ext>
              </a:extLst>
            </p:cNvPr>
            <p:cNvSpPr/>
            <p:nvPr/>
          </p:nvSpPr>
          <p:spPr>
            <a:xfrm>
              <a:off x="17907000" y="4953000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grpSp>
        <p:nvGrpSpPr>
          <p:cNvPr id="86" name="مجموعة 85">
            <a:extLst>
              <a:ext uri="{FF2B5EF4-FFF2-40B4-BE49-F238E27FC236}">
                <a16:creationId xmlns:a16="http://schemas.microsoft.com/office/drawing/2014/main" id="{03EB025D-CAC5-1A8B-A948-D0101AE27348}"/>
              </a:ext>
            </a:extLst>
          </p:cNvPr>
          <p:cNvGrpSpPr/>
          <p:nvPr/>
        </p:nvGrpSpPr>
        <p:grpSpPr>
          <a:xfrm>
            <a:off x="8030005" y="5943600"/>
            <a:ext cx="9745474" cy="1432539"/>
            <a:chOff x="8030005" y="5943600"/>
            <a:chExt cx="9745474" cy="1432539"/>
          </a:xfrm>
        </p:grpSpPr>
        <p:cxnSp>
          <p:nvCxnSpPr>
            <p:cNvPr id="26" name="رابط مستقيم 25">
              <a:extLst>
                <a:ext uri="{FF2B5EF4-FFF2-40B4-BE49-F238E27FC236}">
                  <a16:creationId xmlns:a16="http://schemas.microsoft.com/office/drawing/2014/main" id="{5A91F5EA-67A5-0B4A-20B4-A3700B2FC7C8}"/>
                </a:ext>
              </a:extLst>
            </p:cNvPr>
            <p:cNvCxnSpPr>
              <a:cxnSpLocks/>
              <a:endCxn id="79" idx="2"/>
            </p:cNvCxnSpPr>
            <p:nvPr/>
          </p:nvCxnSpPr>
          <p:spPr>
            <a:xfrm>
              <a:off x="8839200" y="6170726"/>
              <a:ext cx="8610600" cy="1799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شكل بيضاوي 58">
              <a:extLst>
                <a:ext uri="{FF2B5EF4-FFF2-40B4-BE49-F238E27FC236}">
                  <a16:creationId xmlns:a16="http://schemas.microsoft.com/office/drawing/2014/main" id="{9BA94792-7324-D0F1-4DD0-890AABCC0C1F}"/>
                </a:ext>
              </a:extLst>
            </p:cNvPr>
            <p:cNvSpPr/>
            <p:nvPr/>
          </p:nvSpPr>
          <p:spPr>
            <a:xfrm>
              <a:off x="8609161" y="5943600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79" name="شكل بيضاوي 78">
              <a:extLst>
                <a:ext uri="{FF2B5EF4-FFF2-40B4-BE49-F238E27FC236}">
                  <a16:creationId xmlns:a16="http://schemas.microsoft.com/office/drawing/2014/main" id="{4F781E0F-4D93-54A2-9652-F28652766C45}"/>
                </a:ext>
              </a:extLst>
            </p:cNvPr>
            <p:cNvSpPr/>
            <p:nvPr/>
          </p:nvSpPr>
          <p:spPr>
            <a:xfrm>
              <a:off x="17449800" y="5998217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grpSp>
          <p:nvGrpSpPr>
            <p:cNvPr id="85" name="مجموعة 84">
              <a:extLst>
                <a:ext uri="{FF2B5EF4-FFF2-40B4-BE49-F238E27FC236}">
                  <a16:creationId xmlns:a16="http://schemas.microsoft.com/office/drawing/2014/main" id="{7F52B003-91B0-6BA0-6A5D-A6E611B598C4}"/>
                </a:ext>
              </a:extLst>
            </p:cNvPr>
            <p:cNvGrpSpPr/>
            <p:nvPr/>
          </p:nvGrpSpPr>
          <p:grpSpPr>
            <a:xfrm>
              <a:off x="8030005" y="6955565"/>
              <a:ext cx="9070795" cy="420574"/>
              <a:chOff x="8030005" y="6955565"/>
              <a:chExt cx="9070795" cy="420574"/>
            </a:xfrm>
          </p:grpSpPr>
          <p:cxnSp>
            <p:nvCxnSpPr>
              <p:cNvPr id="25" name="رابط مستقيم 24">
                <a:extLst>
                  <a:ext uri="{FF2B5EF4-FFF2-40B4-BE49-F238E27FC236}">
                    <a16:creationId xmlns:a16="http://schemas.microsoft.com/office/drawing/2014/main" id="{A3626F05-E47D-A058-8549-28C900B14428}"/>
                  </a:ext>
                </a:extLst>
              </p:cNvPr>
              <p:cNvCxnSpPr>
                <a:cxnSpLocks/>
                <a:stCxn id="60" idx="6"/>
              </p:cNvCxnSpPr>
              <p:nvPr/>
            </p:nvCxnSpPr>
            <p:spPr>
              <a:xfrm>
                <a:off x="8355684" y="7146065"/>
                <a:ext cx="8359911" cy="395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شكل بيضاوي 59">
                <a:extLst>
                  <a:ext uri="{FF2B5EF4-FFF2-40B4-BE49-F238E27FC236}">
                    <a16:creationId xmlns:a16="http://schemas.microsoft.com/office/drawing/2014/main" id="{F6852453-7629-4FD8-646A-78B4C7E19278}"/>
                  </a:ext>
                </a:extLst>
              </p:cNvPr>
              <p:cNvSpPr/>
              <p:nvPr/>
            </p:nvSpPr>
            <p:spPr>
              <a:xfrm>
                <a:off x="8030005" y="6955565"/>
                <a:ext cx="325679" cy="381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  <p:sp>
            <p:nvSpPr>
              <p:cNvPr id="80" name="شكل بيضاوي 79">
                <a:extLst>
                  <a:ext uri="{FF2B5EF4-FFF2-40B4-BE49-F238E27FC236}">
                    <a16:creationId xmlns:a16="http://schemas.microsoft.com/office/drawing/2014/main" id="{57859F44-085F-34CA-9F7B-DA33AC771B80}"/>
                  </a:ext>
                </a:extLst>
              </p:cNvPr>
              <p:cNvSpPr/>
              <p:nvPr/>
            </p:nvSpPr>
            <p:spPr>
              <a:xfrm>
                <a:off x="16775121" y="6995139"/>
                <a:ext cx="325679" cy="381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</p:grpSp>
      </p:grpSp>
      <p:grpSp>
        <p:nvGrpSpPr>
          <p:cNvPr id="84" name="مجموعة 83">
            <a:extLst>
              <a:ext uri="{FF2B5EF4-FFF2-40B4-BE49-F238E27FC236}">
                <a16:creationId xmlns:a16="http://schemas.microsoft.com/office/drawing/2014/main" id="{C3ED8D8F-8FB2-F7FB-A3C7-2086B5F28E3D}"/>
              </a:ext>
            </a:extLst>
          </p:cNvPr>
          <p:cNvGrpSpPr/>
          <p:nvPr/>
        </p:nvGrpSpPr>
        <p:grpSpPr>
          <a:xfrm>
            <a:off x="7431194" y="7984044"/>
            <a:ext cx="9104048" cy="404060"/>
            <a:chOff x="7431194" y="7984044"/>
            <a:chExt cx="9104048" cy="404060"/>
          </a:xfrm>
        </p:grpSpPr>
        <p:cxnSp>
          <p:nvCxnSpPr>
            <p:cNvPr id="34" name="رابط مستقيم 33">
              <a:extLst>
                <a:ext uri="{FF2B5EF4-FFF2-40B4-BE49-F238E27FC236}">
                  <a16:creationId xmlns:a16="http://schemas.microsoft.com/office/drawing/2014/main" id="{D53D7B95-3203-49F6-4508-354D0BC6ADE9}"/>
                </a:ext>
              </a:extLst>
            </p:cNvPr>
            <p:cNvCxnSpPr>
              <a:cxnSpLocks/>
            </p:cNvCxnSpPr>
            <p:nvPr/>
          </p:nvCxnSpPr>
          <p:spPr>
            <a:xfrm>
              <a:off x="7696200" y="8191500"/>
              <a:ext cx="867620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شكل بيضاوي 60">
              <a:extLst>
                <a:ext uri="{FF2B5EF4-FFF2-40B4-BE49-F238E27FC236}">
                  <a16:creationId xmlns:a16="http://schemas.microsoft.com/office/drawing/2014/main" id="{2861AA12-FE34-3C79-A17B-95583AFEC889}"/>
                </a:ext>
              </a:extLst>
            </p:cNvPr>
            <p:cNvSpPr/>
            <p:nvPr/>
          </p:nvSpPr>
          <p:spPr>
            <a:xfrm>
              <a:off x="7431194" y="798404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81" name="شكل بيضاوي 80">
              <a:extLst>
                <a:ext uri="{FF2B5EF4-FFF2-40B4-BE49-F238E27FC236}">
                  <a16:creationId xmlns:a16="http://schemas.microsoft.com/office/drawing/2014/main" id="{3FDFED5A-0830-35E2-F78C-B3DF5ACD389D}"/>
                </a:ext>
              </a:extLst>
            </p:cNvPr>
            <p:cNvSpPr/>
            <p:nvPr/>
          </p:nvSpPr>
          <p:spPr>
            <a:xfrm>
              <a:off x="16209563" y="800710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grpSp>
        <p:nvGrpSpPr>
          <p:cNvPr id="83" name="مجموعة 82">
            <a:extLst>
              <a:ext uri="{FF2B5EF4-FFF2-40B4-BE49-F238E27FC236}">
                <a16:creationId xmlns:a16="http://schemas.microsoft.com/office/drawing/2014/main" id="{AF58414B-2C47-62B3-F4BC-D8697C183656}"/>
              </a:ext>
            </a:extLst>
          </p:cNvPr>
          <p:cNvGrpSpPr/>
          <p:nvPr/>
        </p:nvGrpSpPr>
        <p:grpSpPr>
          <a:xfrm>
            <a:off x="6857093" y="8969114"/>
            <a:ext cx="8979061" cy="381000"/>
            <a:chOff x="6857093" y="8969114"/>
            <a:chExt cx="8979061" cy="381000"/>
          </a:xfrm>
        </p:grpSpPr>
        <p:cxnSp>
          <p:nvCxnSpPr>
            <p:cNvPr id="33" name="رابط مستقيم 32">
              <a:extLst>
                <a:ext uri="{FF2B5EF4-FFF2-40B4-BE49-F238E27FC236}">
                  <a16:creationId xmlns:a16="http://schemas.microsoft.com/office/drawing/2014/main" id="{5C978FAC-7F7C-7D14-EBA8-832FD5A8F10A}"/>
                </a:ext>
              </a:extLst>
            </p:cNvPr>
            <p:cNvCxnSpPr>
              <a:cxnSpLocks/>
            </p:cNvCxnSpPr>
            <p:nvPr/>
          </p:nvCxnSpPr>
          <p:spPr>
            <a:xfrm>
              <a:off x="7019934" y="9182100"/>
              <a:ext cx="844237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شكل بيضاوي 61">
              <a:extLst>
                <a:ext uri="{FF2B5EF4-FFF2-40B4-BE49-F238E27FC236}">
                  <a16:creationId xmlns:a16="http://schemas.microsoft.com/office/drawing/2014/main" id="{F9BFC869-EAA7-6B6E-5A81-E0E5B758D91B}"/>
                </a:ext>
              </a:extLst>
            </p:cNvPr>
            <p:cNvSpPr/>
            <p:nvPr/>
          </p:nvSpPr>
          <p:spPr>
            <a:xfrm>
              <a:off x="6857093" y="896911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82" name="شكل بيضاوي 81">
              <a:extLst>
                <a:ext uri="{FF2B5EF4-FFF2-40B4-BE49-F238E27FC236}">
                  <a16:creationId xmlns:a16="http://schemas.microsoft.com/office/drawing/2014/main" id="{D5CDC5B6-BC8A-BB35-EB40-14E16752A851}"/>
                </a:ext>
              </a:extLst>
            </p:cNvPr>
            <p:cNvSpPr/>
            <p:nvPr/>
          </p:nvSpPr>
          <p:spPr>
            <a:xfrm>
              <a:off x="15510475" y="896911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sp>
        <p:nvSpPr>
          <p:cNvPr id="92" name="وسيلة الشرح: خط منحني مزدوج مع حد وشريط تمييز 91">
            <a:extLst>
              <a:ext uri="{FF2B5EF4-FFF2-40B4-BE49-F238E27FC236}">
                <a16:creationId xmlns:a16="http://schemas.microsoft.com/office/drawing/2014/main" id="{61B0A3C5-2AC0-70AD-634E-D20C5ACB4B40}"/>
              </a:ext>
            </a:extLst>
          </p:cNvPr>
          <p:cNvSpPr/>
          <p:nvPr/>
        </p:nvSpPr>
        <p:spPr>
          <a:xfrm>
            <a:off x="1959879" y="889423"/>
            <a:ext cx="4237996" cy="1434677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67434"/>
              <a:gd name="adj8" fmla="val -1704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ar-SA" sz="6600" b="1" dirty="0"/>
              <a:t>حساس الغاز</a:t>
            </a:r>
            <a:endParaRPr lang="ar-EG" sz="7200" b="1" dirty="0">
              <a:solidFill>
                <a:srgbClr val="222A9B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  <a:p>
            <a:pPr algn="ctr"/>
            <a:endParaRPr lang="ar-SA" dirty="0"/>
          </a:p>
        </p:txBody>
      </p:sp>
      <p:grpSp>
        <p:nvGrpSpPr>
          <p:cNvPr id="99" name="مجموعة 98">
            <a:extLst>
              <a:ext uri="{FF2B5EF4-FFF2-40B4-BE49-F238E27FC236}">
                <a16:creationId xmlns:a16="http://schemas.microsoft.com/office/drawing/2014/main" id="{245C5DAB-91D8-7DD6-6BFC-DAA6C9F1D0C8}"/>
              </a:ext>
            </a:extLst>
          </p:cNvPr>
          <p:cNvGrpSpPr/>
          <p:nvPr/>
        </p:nvGrpSpPr>
        <p:grpSpPr>
          <a:xfrm>
            <a:off x="9342539" y="531763"/>
            <a:ext cx="7619286" cy="797704"/>
            <a:chOff x="8268709" y="840990"/>
            <a:chExt cx="6114223" cy="797704"/>
          </a:xfrm>
        </p:grpSpPr>
        <p:grpSp>
          <p:nvGrpSpPr>
            <p:cNvPr id="100" name="Group 2">
              <a:extLst>
                <a:ext uri="{FF2B5EF4-FFF2-40B4-BE49-F238E27FC236}">
                  <a16:creationId xmlns:a16="http://schemas.microsoft.com/office/drawing/2014/main" id="{B0DC11AA-35F7-143E-D7C5-DCD7A62F6ADA}"/>
                </a:ext>
              </a:extLst>
            </p:cNvPr>
            <p:cNvGrpSpPr/>
            <p:nvPr/>
          </p:nvGrpSpPr>
          <p:grpSpPr>
            <a:xfrm>
              <a:off x="8268709" y="840990"/>
              <a:ext cx="6114223" cy="797704"/>
              <a:chOff x="-831049" y="-6891218"/>
              <a:chExt cx="4934363" cy="1217719"/>
            </a:xfrm>
          </p:grpSpPr>
          <p:sp>
            <p:nvSpPr>
              <p:cNvPr id="102" name="Freeform 3">
                <a:extLst>
                  <a:ext uri="{FF2B5EF4-FFF2-40B4-BE49-F238E27FC236}">
                    <a16:creationId xmlns:a16="http://schemas.microsoft.com/office/drawing/2014/main" id="{8033A633-B839-4B8D-ED21-16D3E1D057DD}"/>
                  </a:ext>
                </a:extLst>
              </p:cNvPr>
              <p:cNvSpPr/>
              <p:nvPr/>
            </p:nvSpPr>
            <p:spPr>
              <a:xfrm flipH="1">
                <a:off x="-831049" y="-6891218"/>
                <a:ext cx="4934363" cy="1217719"/>
              </a:xfrm>
              <a:custGeom>
                <a:avLst/>
                <a:gdLst/>
                <a:ahLst/>
                <a:cxnLst/>
                <a:rect l="l" t="t" r="r" b="b"/>
                <a:pathLst>
                  <a:path w="5837538" h="6709559">
                    <a:moveTo>
                      <a:pt x="304800" y="0"/>
                    </a:moveTo>
                    <a:lnTo>
                      <a:pt x="5532738" y="0"/>
                    </a:lnTo>
                    <a:cubicBezTo>
                      <a:pt x="5701648" y="0"/>
                      <a:pt x="5837538" y="135890"/>
                      <a:pt x="5837538" y="304800"/>
                    </a:cubicBezTo>
                    <a:lnTo>
                      <a:pt x="5837538" y="6404758"/>
                    </a:lnTo>
                    <a:cubicBezTo>
                      <a:pt x="5837538" y="6573669"/>
                      <a:pt x="5701648" y="6709559"/>
                      <a:pt x="5532738" y="6709559"/>
                    </a:cubicBezTo>
                    <a:lnTo>
                      <a:pt x="304800" y="6709559"/>
                    </a:lnTo>
                    <a:cubicBezTo>
                      <a:pt x="135890" y="6709559"/>
                      <a:pt x="0" y="6573669"/>
                      <a:pt x="0" y="6404758"/>
                    </a:cubicBezTo>
                    <a:lnTo>
                      <a:pt x="0" y="304800"/>
                    </a:lnTo>
                    <a:cubicBezTo>
                      <a:pt x="0" y="135890"/>
                      <a:pt x="135890" y="0"/>
                      <a:pt x="304800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sp>
        </p:grpSp>
        <p:sp>
          <p:nvSpPr>
            <p:cNvPr id="101" name="TextBox 6">
              <a:extLst>
                <a:ext uri="{FF2B5EF4-FFF2-40B4-BE49-F238E27FC236}">
                  <a16:creationId xmlns:a16="http://schemas.microsoft.com/office/drawing/2014/main" id="{300E22AD-0C87-D9EC-9BB2-D21062438515}"/>
                </a:ext>
              </a:extLst>
            </p:cNvPr>
            <p:cNvSpPr txBox="1"/>
            <p:nvPr/>
          </p:nvSpPr>
          <p:spPr>
            <a:xfrm>
              <a:off x="8362290" y="933748"/>
              <a:ext cx="5929446" cy="61555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r" rtl="1"/>
              <a:r>
                <a:rPr lang="ar-SA" sz="4000" b="1" dirty="0"/>
                <a:t> الوظيفة</a:t>
              </a:r>
              <a:r>
                <a:rPr lang="ar-SA" sz="3600" b="1" dirty="0"/>
                <a:t>: </a:t>
              </a:r>
              <a:r>
                <a:rPr lang="ar-SA" sz="3600" dirty="0"/>
                <a:t>الكشف عن تسرب الغاز أو الدخان</a:t>
              </a:r>
              <a:endParaRPr lang="ar-SA" sz="6000" dirty="0">
                <a:effectLst/>
              </a:endParaRPr>
            </a:p>
          </p:txBody>
        </p:sp>
      </p:grpSp>
      <p:sp>
        <p:nvSpPr>
          <p:cNvPr id="130" name="شكل بيضاوي 129">
            <a:extLst>
              <a:ext uri="{FF2B5EF4-FFF2-40B4-BE49-F238E27FC236}">
                <a16:creationId xmlns:a16="http://schemas.microsoft.com/office/drawing/2014/main" id="{2BF1D0A5-5A8A-EBD3-9902-60E1EA27F538}"/>
              </a:ext>
            </a:extLst>
          </p:cNvPr>
          <p:cNvSpPr/>
          <p:nvPr/>
        </p:nvSpPr>
        <p:spPr>
          <a:xfrm>
            <a:off x="7467289" y="740115"/>
            <a:ext cx="325679" cy="381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 dirty="0"/>
          </a:p>
        </p:txBody>
      </p:sp>
      <p:grpSp>
        <p:nvGrpSpPr>
          <p:cNvPr id="132" name="مجموعة 131">
            <a:extLst>
              <a:ext uri="{FF2B5EF4-FFF2-40B4-BE49-F238E27FC236}">
                <a16:creationId xmlns:a16="http://schemas.microsoft.com/office/drawing/2014/main" id="{A084C819-47CC-8A99-1140-888AF05C6BF6}"/>
              </a:ext>
            </a:extLst>
          </p:cNvPr>
          <p:cNvGrpSpPr/>
          <p:nvPr/>
        </p:nvGrpSpPr>
        <p:grpSpPr>
          <a:xfrm>
            <a:off x="6207029" y="889423"/>
            <a:ext cx="3135510" cy="1432680"/>
            <a:chOff x="6207029" y="889423"/>
            <a:chExt cx="3135510" cy="1432680"/>
          </a:xfrm>
        </p:grpSpPr>
        <p:cxnSp>
          <p:nvCxnSpPr>
            <p:cNvPr id="111" name="رابط مستقيم 110">
              <a:extLst>
                <a:ext uri="{FF2B5EF4-FFF2-40B4-BE49-F238E27FC236}">
                  <a16:creationId xmlns:a16="http://schemas.microsoft.com/office/drawing/2014/main" id="{3F66A9C8-554E-99DC-4ED5-27E11CD8662B}"/>
                </a:ext>
              </a:extLst>
            </p:cNvPr>
            <p:cNvCxnSpPr>
              <a:cxnSpLocks/>
            </p:cNvCxnSpPr>
            <p:nvPr/>
          </p:nvCxnSpPr>
          <p:spPr>
            <a:xfrm>
              <a:off x="6207029" y="1628396"/>
              <a:ext cx="1336771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رابط مستقيم 111">
              <a:extLst>
                <a:ext uri="{FF2B5EF4-FFF2-40B4-BE49-F238E27FC236}">
                  <a16:creationId xmlns:a16="http://schemas.microsoft.com/office/drawing/2014/main" id="{3A6C74DD-AEC9-B5CC-980D-2F19FFE9EEFB}"/>
                </a:ext>
              </a:extLst>
            </p:cNvPr>
            <p:cNvCxnSpPr>
              <a:cxnSpLocks/>
            </p:cNvCxnSpPr>
            <p:nvPr/>
          </p:nvCxnSpPr>
          <p:spPr>
            <a:xfrm>
              <a:off x="7543800" y="930615"/>
              <a:ext cx="1798739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رابط مستقيم 117">
              <a:extLst>
                <a:ext uri="{FF2B5EF4-FFF2-40B4-BE49-F238E27FC236}">
                  <a16:creationId xmlns:a16="http://schemas.microsoft.com/office/drawing/2014/main" id="{921C0EE2-C653-7D60-8C0B-1268098864DF}"/>
                </a:ext>
              </a:extLst>
            </p:cNvPr>
            <p:cNvCxnSpPr>
              <a:cxnSpLocks/>
            </p:cNvCxnSpPr>
            <p:nvPr/>
          </p:nvCxnSpPr>
          <p:spPr>
            <a:xfrm>
              <a:off x="7554443" y="2218911"/>
              <a:ext cx="1752396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رابط مستقيم 120">
              <a:extLst>
                <a:ext uri="{FF2B5EF4-FFF2-40B4-BE49-F238E27FC236}">
                  <a16:creationId xmlns:a16="http://schemas.microsoft.com/office/drawing/2014/main" id="{DA7FD96E-81E3-314E-2A59-18D147190F7F}"/>
                </a:ext>
              </a:extLst>
            </p:cNvPr>
            <p:cNvCxnSpPr>
              <a:cxnSpLocks/>
            </p:cNvCxnSpPr>
            <p:nvPr/>
          </p:nvCxnSpPr>
          <p:spPr>
            <a:xfrm>
              <a:off x="7594033" y="889423"/>
              <a:ext cx="0" cy="1329488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شكل بيضاوي 130">
              <a:extLst>
                <a:ext uri="{FF2B5EF4-FFF2-40B4-BE49-F238E27FC236}">
                  <a16:creationId xmlns:a16="http://schemas.microsoft.com/office/drawing/2014/main" id="{87C4DE27-91AC-26FB-F38D-D98D4DE77D45}"/>
                </a:ext>
              </a:extLst>
            </p:cNvPr>
            <p:cNvSpPr/>
            <p:nvPr/>
          </p:nvSpPr>
          <p:spPr>
            <a:xfrm>
              <a:off x="7495363" y="1941103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</p:spTree>
    <p:extLst>
      <p:ext uri="{BB962C8B-B14F-4D97-AF65-F5344CB8AC3E}">
        <p14:creationId xmlns:p14="http://schemas.microsoft.com/office/powerpoint/2010/main" val="265596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EEE03-D286-4E7D-B473-E566CDA06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شكل بيضاوي 19">
            <a:extLst>
              <a:ext uri="{FF2B5EF4-FFF2-40B4-BE49-F238E27FC236}">
                <a16:creationId xmlns:a16="http://schemas.microsoft.com/office/drawing/2014/main" id="{BDE7F41B-B256-BADD-5CC0-986332F34456}"/>
              </a:ext>
            </a:extLst>
          </p:cNvPr>
          <p:cNvSpPr/>
          <p:nvPr/>
        </p:nvSpPr>
        <p:spPr>
          <a:xfrm>
            <a:off x="11527986" y="3997274"/>
            <a:ext cx="6716764" cy="6090655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12868B16-AB57-0E68-D0DA-614BA8BBE46C}"/>
              </a:ext>
            </a:extLst>
          </p:cNvPr>
          <p:cNvGrpSpPr/>
          <p:nvPr/>
        </p:nvGrpSpPr>
        <p:grpSpPr>
          <a:xfrm>
            <a:off x="309797" y="2271131"/>
            <a:ext cx="7619287" cy="946514"/>
            <a:chOff x="-728320" y="-7396602"/>
            <a:chExt cx="4664960" cy="189854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D8D4813-916B-186D-08F7-2EE1350561B4}"/>
                </a:ext>
              </a:extLst>
            </p:cNvPr>
            <p:cNvSpPr/>
            <p:nvPr/>
          </p:nvSpPr>
          <p:spPr>
            <a:xfrm flipH="1">
              <a:off x="-728320" y="-7396602"/>
              <a:ext cx="4664960" cy="1898540"/>
            </a:xfrm>
            <a:custGeom>
              <a:avLst/>
              <a:gdLst/>
              <a:ahLst/>
              <a:cxnLst/>
              <a:rect l="l" t="t" r="r" b="b"/>
              <a:pathLst>
                <a:path w="5837538" h="6709559">
                  <a:moveTo>
                    <a:pt x="304800" y="0"/>
                  </a:moveTo>
                  <a:lnTo>
                    <a:pt x="5532738" y="0"/>
                  </a:lnTo>
                  <a:cubicBezTo>
                    <a:pt x="5701648" y="0"/>
                    <a:pt x="5837538" y="135890"/>
                    <a:pt x="5837538" y="304800"/>
                  </a:cubicBezTo>
                  <a:lnTo>
                    <a:pt x="5837538" y="6404758"/>
                  </a:lnTo>
                  <a:cubicBezTo>
                    <a:pt x="5837538" y="6573669"/>
                    <a:pt x="5701648" y="6709559"/>
                    <a:pt x="5532738" y="6709559"/>
                  </a:cubicBezTo>
                  <a:lnTo>
                    <a:pt x="304800" y="6709559"/>
                  </a:lnTo>
                  <a:cubicBezTo>
                    <a:pt x="135890" y="6709559"/>
                    <a:pt x="0" y="6573669"/>
                    <a:pt x="0" y="6404758"/>
                  </a:cubicBezTo>
                  <a:lnTo>
                    <a:pt x="0" y="304800"/>
                  </a:lnTo>
                  <a:cubicBezTo>
                    <a:pt x="0" y="135890"/>
                    <a:pt x="135890" y="0"/>
                    <a:pt x="304800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pPr algn="ctr" rtl="1">
                <a:lnSpc>
                  <a:spcPts val="4900"/>
                </a:lnSpc>
              </a:pPr>
              <a:r>
                <a:rPr lang="ar-SA" sz="3600" dirty="0"/>
                <a:t>يتغير الجهد الناتج عن الحساس تبعًا لتركيز الغاز</a:t>
              </a:r>
              <a:endParaRPr lang="ar-EG" sz="3600" b="1" dirty="0">
                <a:solidFill>
                  <a:srgbClr val="414042"/>
                </a:solidFill>
                <a:latin typeface="Vazir Medium"/>
                <a:ea typeface="Vazir Medium"/>
                <a:cs typeface="Vazir Medium"/>
                <a:sym typeface="Vazir Medium"/>
                <a:rtl/>
              </a:endParaRPr>
            </a:p>
            <a:p>
              <a:endParaRPr lang="ar-SA" dirty="0"/>
            </a:p>
          </p:txBody>
        </p:sp>
      </p:grpSp>
      <p:grpSp>
        <p:nvGrpSpPr>
          <p:cNvPr id="5" name="مجموعة 4">
            <a:extLst>
              <a:ext uri="{FF2B5EF4-FFF2-40B4-BE49-F238E27FC236}">
                <a16:creationId xmlns:a16="http://schemas.microsoft.com/office/drawing/2014/main" id="{41797217-8A56-9A73-8E99-C6B620E6981B}"/>
              </a:ext>
            </a:extLst>
          </p:cNvPr>
          <p:cNvGrpSpPr/>
          <p:nvPr/>
        </p:nvGrpSpPr>
        <p:grpSpPr>
          <a:xfrm>
            <a:off x="152400" y="4478649"/>
            <a:ext cx="11375586" cy="4918928"/>
            <a:chOff x="6857093" y="4431186"/>
            <a:chExt cx="11375586" cy="4918928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43FACBFE-0908-B44A-6EA8-A7B243AFE712}"/>
                </a:ext>
              </a:extLst>
            </p:cNvPr>
            <p:cNvSpPr txBox="1"/>
            <p:nvPr/>
          </p:nvSpPr>
          <p:spPr>
            <a:xfrm>
              <a:off x="9490839" y="5334910"/>
              <a:ext cx="7808327" cy="576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>
                <a:lnSpc>
                  <a:spcPts val="4900"/>
                </a:lnSpc>
              </a:pPr>
              <a:r>
                <a:rPr lang="ar-SA" sz="3600" dirty="0"/>
                <a:t>اكتشاف الحرائق في مراحلها الأولى</a:t>
              </a:r>
            </a:p>
          </p:txBody>
        </p:sp>
        <p:grpSp>
          <p:nvGrpSpPr>
            <p:cNvPr id="4" name="مجموعة 3">
              <a:extLst>
                <a:ext uri="{FF2B5EF4-FFF2-40B4-BE49-F238E27FC236}">
                  <a16:creationId xmlns:a16="http://schemas.microsoft.com/office/drawing/2014/main" id="{C2EC63EF-6B79-4ABD-27C9-E31BAA10B9D1}"/>
                </a:ext>
              </a:extLst>
            </p:cNvPr>
            <p:cNvGrpSpPr/>
            <p:nvPr/>
          </p:nvGrpSpPr>
          <p:grpSpPr>
            <a:xfrm>
              <a:off x="6857093" y="4431186"/>
              <a:ext cx="11375586" cy="4918928"/>
              <a:chOff x="6857093" y="4431186"/>
              <a:chExt cx="11375586" cy="4918928"/>
            </a:xfrm>
          </p:grpSpPr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93525585-35C3-C1B3-F555-E25F8A162EF1}"/>
                  </a:ext>
                </a:extLst>
              </p:cNvPr>
              <p:cNvSpPr txBox="1"/>
              <p:nvPr/>
            </p:nvSpPr>
            <p:spPr>
              <a:xfrm>
                <a:off x="9446090" y="7302418"/>
                <a:ext cx="5065127" cy="62837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r" rtl="1">
                  <a:lnSpc>
                    <a:spcPts val="4900"/>
                  </a:lnSpc>
                </a:pPr>
                <a:r>
                  <a:rPr lang="ar-SA" sz="3600" dirty="0"/>
                  <a:t>تقليل الخسائر المادية والبشرية</a:t>
                </a:r>
                <a:endParaRPr lang="ar-EG" sz="3500" b="1" dirty="0">
                  <a:solidFill>
                    <a:srgbClr val="414042"/>
                  </a:solidFill>
                  <a:latin typeface="Vazir Medium"/>
                  <a:ea typeface="Vazir Medium"/>
                  <a:cs typeface="Vazir Medium"/>
                  <a:sym typeface="Vazir Medium"/>
                  <a:rtl/>
                </a:endParaRPr>
              </a:p>
            </p:txBody>
          </p:sp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F1720ED7-E6AA-CFAF-6F1E-E3914FBB03BB}"/>
                  </a:ext>
                </a:extLst>
              </p:cNvPr>
              <p:cNvSpPr txBox="1"/>
              <p:nvPr/>
            </p:nvSpPr>
            <p:spPr>
              <a:xfrm>
                <a:off x="10979099" y="6188717"/>
                <a:ext cx="4600774" cy="58953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r" rtl="1">
                  <a:lnSpc>
                    <a:spcPts val="4900"/>
                  </a:lnSpc>
                </a:pPr>
                <a:r>
                  <a:rPr lang="ar-SA" sz="3600" dirty="0"/>
                  <a:t>إرسال تنبيه فوري للنظام</a:t>
                </a:r>
              </a:p>
            </p:txBody>
          </p:sp>
          <p:sp>
            <p:nvSpPr>
              <p:cNvPr id="22" name="TextBox 6">
                <a:extLst>
                  <a:ext uri="{FF2B5EF4-FFF2-40B4-BE49-F238E27FC236}">
                    <a16:creationId xmlns:a16="http://schemas.microsoft.com/office/drawing/2014/main" id="{550111A6-4E4D-2A2E-97AE-724E0A8EA727}"/>
                  </a:ext>
                </a:extLst>
              </p:cNvPr>
              <p:cNvSpPr txBox="1"/>
              <p:nvPr/>
            </p:nvSpPr>
            <p:spPr>
              <a:xfrm>
                <a:off x="8523881" y="8403144"/>
                <a:ext cx="4755605" cy="5993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r" rtl="1">
                  <a:lnSpc>
                    <a:spcPts val="4900"/>
                  </a:lnSpc>
                </a:pPr>
                <a:r>
                  <a:rPr lang="ar-SA" sz="3200" dirty="0"/>
                  <a:t>تعزيز مستوى السلامة المنزلية</a:t>
                </a:r>
                <a:endParaRPr lang="ar-EG" sz="3200" b="1" dirty="0">
                  <a:solidFill>
                    <a:srgbClr val="414042"/>
                  </a:solidFill>
                  <a:latin typeface="Vazir Medium"/>
                  <a:ea typeface="Vazir Medium"/>
                  <a:cs typeface="Vazir Medium"/>
                  <a:sym typeface="Vazir Medium"/>
                  <a:rtl/>
                </a:endParaRPr>
              </a:p>
            </p:txBody>
          </p:sp>
          <p:sp>
            <p:nvSpPr>
              <p:cNvPr id="77" name="TextBox 6">
                <a:extLst>
                  <a:ext uri="{FF2B5EF4-FFF2-40B4-BE49-F238E27FC236}">
                    <a16:creationId xmlns:a16="http://schemas.microsoft.com/office/drawing/2014/main" id="{88500E11-656C-1E1E-0CF8-213D7EE0DCF2}"/>
                  </a:ext>
                </a:extLst>
              </p:cNvPr>
              <p:cNvSpPr txBox="1"/>
              <p:nvPr/>
            </p:nvSpPr>
            <p:spPr>
              <a:xfrm>
                <a:off x="12535639" y="4431186"/>
                <a:ext cx="3300515" cy="12567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rtl="1">
                  <a:lnSpc>
                    <a:spcPts val="4900"/>
                  </a:lnSpc>
                </a:pPr>
                <a:r>
                  <a:rPr lang="ar-SA" sz="4000" b="1" dirty="0"/>
                  <a:t>دوره في المشروع:</a:t>
                </a:r>
                <a:endParaRPr lang="ar-EG" sz="3600" b="1" dirty="0">
                  <a:solidFill>
                    <a:srgbClr val="414042"/>
                  </a:solidFill>
                  <a:latin typeface="Vazir Medium"/>
                  <a:ea typeface="Vazir Medium"/>
                  <a:cs typeface="Vazir Medium"/>
                  <a:sym typeface="Vazir Medium"/>
                  <a:rtl/>
                </a:endParaRPr>
              </a:p>
              <a:p>
                <a:pPr algn="ctr" rtl="1">
                  <a:lnSpc>
                    <a:spcPts val="4900"/>
                  </a:lnSpc>
                </a:pPr>
                <a:endParaRPr lang="ar-EG" sz="3500" b="1" dirty="0">
                  <a:solidFill>
                    <a:srgbClr val="414042"/>
                  </a:solidFill>
                  <a:latin typeface="Vazir Medium"/>
                  <a:ea typeface="Vazir Medium"/>
                  <a:cs typeface="Vazir Medium"/>
                  <a:sym typeface="Vazir Medium"/>
                  <a:rtl/>
                </a:endParaRPr>
              </a:p>
            </p:txBody>
          </p:sp>
          <p:grpSp>
            <p:nvGrpSpPr>
              <p:cNvPr id="87" name="مجموعة 86">
                <a:extLst>
                  <a:ext uri="{FF2B5EF4-FFF2-40B4-BE49-F238E27FC236}">
                    <a16:creationId xmlns:a16="http://schemas.microsoft.com/office/drawing/2014/main" id="{791C8D40-A47C-36D0-09D3-E0BA6A2CEBAE}"/>
                  </a:ext>
                </a:extLst>
              </p:cNvPr>
              <p:cNvGrpSpPr/>
              <p:nvPr/>
            </p:nvGrpSpPr>
            <p:grpSpPr>
              <a:xfrm>
                <a:off x="9144000" y="4936266"/>
                <a:ext cx="9088679" cy="397734"/>
                <a:chOff x="9144000" y="4936266"/>
                <a:chExt cx="9088679" cy="397734"/>
              </a:xfrm>
            </p:grpSpPr>
            <p:cxnSp>
              <p:nvCxnSpPr>
                <p:cNvPr id="27" name="رابط مستقيم 26">
                  <a:extLst>
                    <a:ext uri="{FF2B5EF4-FFF2-40B4-BE49-F238E27FC236}">
                      <a16:creationId xmlns:a16="http://schemas.microsoft.com/office/drawing/2014/main" id="{134A52CB-D4F9-4CEC-2121-FF8C8A13F134}"/>
                    </a:ext>
                  </a:extLst>
                </p:cNvPr>
                <p:cNvCxnSpPr>
                  <a:cxnSpLocks/>
                  <a:stCxn id="58" idx="6"/>
                </p:cNvCxnSpPr>
                <p:nvPr/>
              </p:nvCxnSpPr>
              <p:spPr>
                <a:xfrm>
                  <a:off x="9469679" y="5126766"/>
                  <a:ext cx="8437321" cy="16734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8" name="شكل بيضاوي 57">
                  <a:extLst>
                    <a:ext uri="{FF2B5EF4-FFF2-40B4-BE49-F238E27FC236}">
                      <a16:creationId xmlns:a16="http://schemas.microsoft.com/office/drawing/2014/main" id="{3B0D471F-6067-9C4E-E29E-B04BBA50C366}"/>
                    </a:ext>
                  </a:extLst>
                </p:cNvPr>
                <p:cNvSpPr/>
                <p:nvPr/>
              </p:nvSpPr>
              <p:spPr>
                <a:xfrm>
                  <a:off x="9144000" y="4936266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sp>
              <p:nvSpPr>
                <p:cNvPr id="78" name="شكل بيضاوي 77">
                  <a:extLst>
                    <a:ext uri="{FF2B5EF4-FFF2-40B4-BE49-F238E27FC236}">
                      <a16:creationId xmlns:a16="http://schemas.microsoft.com/office/drawing/2014/main" id="{C8B6E0EA-5FC4-C681-3F07-8BE545A0AC8D}"/>
                    </a:ext>
                  </a:extLst>
                </p:cNvPr>
                <p:cNvSpPr/>
                <p:nvPr/>
              </p:nvSpPr>
              <p:spPr>
                <a:xfrm>
                  <a:off x="17907000" y="4953000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</p:grpSp>
          <p:grpSp>
            <p:nvGrpSpPr>
              <p:cNvPr id="86" name="مجموعة 85">
                <a:extLst>
                  <a:ext uri="{FF2B5EF4-FFF2-40B4-BE49-F238E27FC236}">
                    <a16:creationId xmlns:a16="http://schemas.microsoft.com/office/drawing/2014/main" id="{3CB71F1C-7A76-E300-E6BF-4C2E9B54B077}"/>
                  </a:ext>
                </a:extLst>
              </p:cNvPr>
              <p:cNvGrpSpPr/>
              <p:nvPr/>
            </p:nvGrpSpPr>
            <p:grpSpPr>
              <a:xfrm>
                <a:off x="8030005" y="5943600"/>
                <a:ext cx="9745474" cy="1432539"/>
                <a:chOff x="8030005" y="5943600"/>
                <a:chExt cx="9745474" cy="1432539"/>
              </a:xfrm>
            </p:grpSpPr>
            <p:cxnSp>
              <p:nvCxnSpPr>
                <p:cNvPr id="26" name="رابط مستقيم 25">
                  <a:extLst>
                    <a:ext uri="{FF2B5EF4-FFF2-40B4-BE49-F238E27FC236}">
                      <a16:creationId xmlns:a16="http://schemas.microsoft.com/office/drawing/2014/main" id="{C779D025-4B7B-D898-5347-DE5AEB1D14F2}"/>
                    </a:ext>
                  </a:extLst>
                </p:cNvPr>
                <p:cNvCxnSpPr>
                  <a:cxnSpLocks/>
                  <a:endCxn id="79" idx="2"/>
                </p:cNvCxnSpPr>
                <p:nvPr/>
              </p:nvCxnSpPr>
              <p:spPr>
                <a:xfrm>
                  <a:off x="8839200" y="6170726"/>
                  <a:ext cx="8610600" cy="1799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9" name="شكل بيضاوي 58">
                  <a:extLst>
                    <a:ext uri="{FF2B5EF4-FFF2-40B4-BE49-F238E27FC236}">
                      <a16:creationId xmlns:a16="http://schemas.microsoft.com/office/drawing/2014/main" id="{D50130BF-B12F-0E71-32F6-C9945138D922}"/>
                    </a:ext>
                  </a:extLst>
                </p:cNvPr>
                <p:cNvSpPr/>
                <p:nvPr/>
              </p:nvSpPr>
              <p:spPr>
                <a:xfrm>
                  <a:off x="8609161" y="5943600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sp>
              <p:nvSpPr>
                <p:cNvPr id="79" name="شكل بيضاوي 78">
                  <a:extLst>
                    <a:ext uri="{FF2B5EF4-FFF2-40B4-BE49-F238E27FC236}">
                      <a16:creationId xmlns:a16="http://schemas.microsoft.com/office/drawing/2014/main" id="{5209B542-D04D-1AD9-1049-D86660D35A98}"/>
                    </a:ext>
                  </a:extLst>
                </p:cNvPr>
                <p:cNvSpPr/>
                <p:nvPr/>
              </p:nvSpPr>
              <p:spPr>
                <a:xfrm>
                  <a:off x="17449800" y="5998217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grpSp>
              <p:nvGrpSpPr>
                <p:cNvPr id="85" name="مجموعة 84">
                  <a:extLst>
                    <a:ext uri="{FF2B5EF4-FFF2-40B4-BE49-F238E27FC236}">
                      <a16:creationId xmlns:a16="http://schemas.microsoft.com/office/drawing/2014/main" id="{7F4B1EC8-13E2-885C-3C46-6F42F1F8C8FC}"/>
                    </a:ext>
                  </a:extLst>
                </p:cNvPr>
                <p:cNvGrpSpPr/>
                <p:nvPr/>
              </p:nvGrpSpPr>
              <p:grpSpPr>
                <a:xfrm>
                  <a:off x="8030005" y="6955565"/>
                  <a:ext cx="9070795" cy="420574"/>
                  <a:chOff x="8030005" y="6955565"/>
                  <a:chExt cx="9070795" cy="420574"/>
                </a:xfrm>
              </p:grpSpPr>
              <p:cxnSp>
                <p:nvCxnSpPr>
                  <p:cNvPr id="25" name="رابط مستقيم 24">
                    <a:extLst>
                      <a:ext uri="{FF2B5EF4-FFF2-40B4-BE49-F238E27FC236}">
                        <a16:creationId xmlns:a16="http://schemas.microsoft.com/office/drawing/2014/main" id="{DC5CF9E0-CC40-A262-5CC8-1D876D0D5E5A}"/>
                      </a:ext>
                    </a:extLst>
                  </p:cNvPr>
                  <p:cNvCxnSpPr>
                    <a:cxnSpLocks/>
                    <a:stCxn id="60" idx="6"/>
                  </p:cNvCxnSpPr>
                  <p:nvPr/>
                </p:nvCxnSpPr>
                <p:spPr>
                  <a:xfrm>
                    <a:off x="8355684" y="7146065"/>
                    <a:ext cx="8359911" cy="39574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" name="شكل بيضاوي 59">
                    <a:extLst>
                      <a:ext uri="{FF2B5EF4-FFF2-40B4-BE49-F238E27FC236}">
                        <a16:creationId xmlns:a16="http://schemas.microsoft.com/office/drawing/2014/main" id="{ABCC601E-5317-D8CF-3DC0-F8FF63BC1ACB}"/>
                      </a:ext>
                    </a:extLst>
                  </p:cNvPr>
                  <p:cNvSpPr/>
                  <p:nvPr/>
                </p:nvSpPr>
                <p:spPr>
                  <a:xfrm>
                    <a:off x="8030005" y="6955565"/>
                    <a:ext cx="325679" cy="381000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SA" dirty="0"/>
                  </a:p>
                </p:txBody>
              </p:sp>
              <p:sp>
                <p:nvSpPr>
                  <p:cNvPr id="80" name="شكل بيضاوي 79">
                    <a:extLst>
                      <a:ext uri="{FF2B5EF4-FFF2-40B4-BE49-F238E27FC236}">
                        <a16:creationId xmlns:a16="http://schemas.microsoft.com/office/drawing/2014/main" id="{A7E48E2E-264E-B3B6-8EC6-E0AA424B93C9}"/>
                      </a:ext>
                    </a:extLst>
                  </p:cNvPr>
                  <p:cNvSpPr/>
                  <p:nvPr/>
                </p:nvSpPr>
                <p:spPr>
                  <a:xfrm>
                    <a:off x="16775121" y="6995139"/>
                    <a:ext cx="325679" cy="381000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SA" dirty="0"/>
                  </a:p>
                </p:txBody>
              </p:sp>
            </p:grpSp>
          </p:grpSp>
          <p:grpSp>
            <p:nvGrpSpPr>
              <p:cNvPr id="84" name="مجموعة 83">
                <a:extLst>
                  <a:ext uri="{FF2B5EF4-FFF2-40B4-BE49-F238E27FC236}">
                    <a16:creationId xmlns:a16="http://schemas.microsoft.com/office/drawing/2014/main" id="{E6A8DF3F-F338-E4A5-2BF8-CA0C36B71987}"/>
                  </a:ext>
                </a:extLst>
              </p:cNvPr>
              <p:cNvGrpSpPr/>
              <p:nvPr/>
            </p:nvGrpSpPr>
            <p:grpSpPr>
              <a:xfrm>
                <a:off x="7431194" y="7984044"/>
                <a:ext cx="9104048" cy="404060"/>
                <a:chOff x="7431194" y="7984044"/>
                <a:chExt cx="9104048" cy="404060"/>
              </a:xfrm>
            </p:grpSpPr>
            <p:cxnSp>
              <p:nvCxnSpPr>
                <p:cNvPr id="34" name="رابط مستقيم 33">
                  <a:extLst>
                    <a:ext uri="{FF2B5EF4-FFF2-40B4-BE49-F238E27FC236}">
                      <a16:creationId xmlns:a16="http://schemas.microsoft.com/office/drawing/2014/main" id="{9E491C6D-EE90-1F12-6D57-0919345B16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96200" y="8191500"/>
                  <a:ext cx="8676203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1" name="شكل بيضاوي 60">
                  <a:extLst>
                    <a:ext uri="{FF2B5EF4-FFF2-40B4-BE49-F238E27FC236}">
                      <a16:creationId xmlns:a16="http://schemas.microsoft.com/office/drawing/2014/main" id="{5C60DE7A-EDD8-BC0F-5737-A5C6F1D9A604}"/>
                    </a:ext>
                  </a:extLst>
                </p:cNvPr>
                <p:cNvSpPr/>
                <p:nvPr/>
              </p:nvSpPr>
              <p:spPr>
                <a:xfrm>
                  <a:off x="7431194" y="7984044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sp>
              <p:nvSpPr>
                <p:cNvPr id="81" name="شكل بيضاوي 80">
                  <a:extLst>
                    <a:ext uri="{FF2B5EF4-FFF2-40B4-BE49-F238E27FC236}">
                      <a16:creationId xmlns:a16="http://schemas.microsoft.com/office/drawing/2014/main" id="{0F725650-47D4-36B0-8E82-1F8F4EFA6E8F}"/>
                    </a:ext>
                  </a:extLst>
                </p:cNvPr>
                <p:cNvSpPr/>
                <p:nvPr/>
              </p:nvSpPr>
              <p:spPr>
                <a:xfrm>
                  <a:off x="16209563" y="8007104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</p:grpSp>
          <p:grpSp>
            <p:nvGrpSpPr>
              <p:cNvPr id="83" name="مجموعة 82">
                <a:extLst>
                  <a:ext uri="{FF2B5EF4-FFF2-40B4-BE49-F238E27FC236}">
                    <a16:creationId xmlns:a16="http://schemas.microsoft.com/office/drawing/2014/main" id="{16927BF2-0A6E-A0B5-2CC3-2E98F41696E6}"/>
                  </a:ext>
                </a:extLst>
              </p:cNvPr>
              <p:cNvGrpSpPr/>
              <p:nvPr/>
            </p:nvGrpSpPr>
            <p:grpSpPr>
              <a:xfrm>
                <a:off x="6857093" y="8969114"/>
                <a:ext cx="8979061" cy="381000"/>
                <a:chOff x="6857093" y="8969114"/>
                <a:chExt cx="8979061" cy="381000"/>
              </a:xfrm>
            </p:grpSpPr>
            <p:cxnSp>
              <p:nvCxnSpPr>
                <p:cNvPr id="33" name="رابط مستقيم 32">
                  <a:extLst>
                    <a:ext uri="{FF2B5EF4-FFF2-40B4-BE49-F238E27FC236}">
                      <a16:creationId xmlns:a16="http://schemas.microsoft.com/office/drawing/2014/main" id="{DB1F8E19-47AF-F216-1D22-6D8534AF8E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19934" y="9182100"/>
                  <a:ext cx="844237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شكل بيضاوي 61">
                  <a:extLst>
                    <a:ext uri="{FF2B5EF4-FFF2-40B4-BE49-F238E27FC236}">
                      <a16:creationId xmlns:a16="http://schemas.microsoft.com/office/drawing/2014/main" id="{DBC2DC27-C87C-13D1-2CE5-1CD7E1284B39}"/>
                    </a:ext>
                  </a:extLst>
                </p:cNvPr>
                <p:cNvSpPr/>
                <p:nvPr/>
              </p:nvSpPr>
              <p:spPr>
                <a:xfrm>
                  <a:off x="6857093" y="8969114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sp>
              <p:nvSpPr>
                <p:cNvPr id="82" name="شكل بيضاوي 81">
                  <a:extLst>
                    <a:ext uri="{FF2B5EF4-FFF2-40B4-BE49-F238E27FC236}">
                      <a16:creationId xmlns:a16="http://schemas.microsoft.com/office/drawing/2014/main" id="{ADBB6DB7-2FBF-A6D2-A861-8347B397C9D5}"/>
                    </a:ext>
                  </a:extLst>
                </p:cNvPr>
                <p:cNvSpPr/>
                <p:nvPr/>
              </p:nvSpPr>
              <p:spPr>
                <a:xfrm>
                  <a:off x="15510475" y="8969114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</p:grpSp>
        </p:grpSp>
      </p:grpSp>
      <p:grpSp>
        <p:nvGrpSpPr>
          <p:cNvPr id="99" name="مجموعة 98">
            <a:extLst>
              <a:ext uri="{FF2B5EF4-FFF2-40B4-BE49-F238E27FC236}">
                <a16:creationId xmlns:a16="http://schemas.microsoft.com/office/drawing/2014/main" id="{77CC1358-487B-0734-A4EA-7D0A8541A0C8}"/>
              </a:ext>
            </a:extLst>
          </p:cNvPr>
          <p:cNvGrpSpPr/>
          <p:nvPr/>
        </p:nvGrpSpPr>
        <p:grpSpPr>
          <a:xfrm>
            <a:off x="387347" y="277733"/>
            <a:ext cx="7619286" cy="1349512"/>
            <a:chOff x="8268709" y="840990"/>
            <a:chExt cx="6114223" cy="1349512"/>
          </a:xfrm>
        </p:grpSpPr>
        <p:grpSp>
          <p:nvGrpSpPr>
            <p:cNvPr id="100" name="Group 2">
              <a:extLst>
                <a:ext uri="{FF2B5EF4-FFF2-40B4-BE49-F238E27FC236}">
                  <a16:creationId xmlns:a16="http://schemas.microsoft.com/office/drawing/2014/main" id="{AF928724-59F4-B5A4-4CE8-DCA360F1F8AF}"/>
                </a:ext>
              </a:extLst>
            </p:cNvPr>
            <p:cNvGrpSpPr/>
            <p:nvPr/>
          </p:nvGrpSpPr>
          <p:grpSpPr>
            <a:xfrm>
              <a:off x="8268709" y="840990"/>
              <a:ext cx="6114223" cy="797704"/>
              <a:chOff x="-831049" y="-6891218"/>
              <a:chExt cx="4934363" cy="1217719"/>
            </a:xfrm>
          </p:grpSpPr>
          <p:sp>
            <p:nvSpPr>
              <p:cNvPr id="102" name="Freeform 3">
                <a:extLst>
                  <a:ext uri="{FF2B5EF4-FFF2-40B4-BE49-F238E27FC236}">
                    <a16:creationId xmlns:a16="http://schemas.microsoft.com/office/drawing/2014/main" id="{0B157388-6DB9-FB44-9E61-030E900FA6BB}"/>
                  </a:ext>
                </a:extLst>
              </p:cNvPr>
              <p:cNvSpPr/>
              <p:nvPr/>
            </p:nvSpPr>
            <p:spPr>
              <a:xfrm flipH="1">
                <a:off x="-831049" y="-6891218"/>
                <a:ext cx="4934363" cy="1217719"/>
              </a:xfrm>
              <a:custGeom>
                <a:avLst/>
                <a:gdLst/>
                <a:ahLst/>
                <a:cxnLst/>
                <a:rect l="l" t="t" r="r" b="b"/>
                <a:pathLst>
                  <a:path w="5837538" h="6709559">
                    <a:moveTo>
                      <a:pt x="304800" y="0"/>
                    </a:moveTo>
                    <a:lnTo>
                      <a:pt x="5532738" y="0"/>
                    </a:lnTo>
                    <a:cubicBezTo>
                      <a:pt x="5701648" y="0"/>
                      <a:pt x="5837538" y="135890"/>
                      <a:pt x="5837538" y="304800"/>
                    </a:cubicBezTo>
                    <a:lnTo>
                      <a:pt x="5837538" y="6404758"/>
                    </a:lnTo>
                    <a:cubicBezTo>
                      <a:pt x="5837538" y="6573669"/>
                      <a:pt x="5701648" y="6709559"/>
                      <a:pt x="5532738" y="6709559"/>
                    </a:cubicBezTo>
                    <a:lnTo>
                      <a:pt x="304800" y="6709559"/>
                    </a:lnTo>
                    <a:cubicBezTo>
                      <a:pt x="135890" y="6709559"/>
                      <a:pt x="0" y="6573669"/>
                      <a:pt x="0" y="6404758"/>
                    </a:cubicBezTo>
                    <a:lnTo>
                      <a:pt x="0" y="304800"/>
                    </a:lnTo>
                    <a:cubicBezTo>
                      <a:pt x="0" y="135890"/>
                      <a:pt x="135890" y="0"/>
                      <a:pt x="304800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sp>
        </p:grpSp>
        <p:sp>
          <p:nvSpPr>
            <p:cNvPr id="101" name="TextBox 6">
              <a:extLst>
                <a:ext uri="{FF2B5EF4-FFF2-40B4-BE49-F238E27FC236}">
                  <a16:creationId xmlns:a16="http://schemas.microsoft.com/office/drawing/2014/main" id="{EDA50601-8F87-EAB0-77DF-7512630F6123}"/>
                </a:ext>
              </a:extLst>
            </p:cNvPr>
            <p:cNvSpPr txBox="1"/>
            <p:nvPr/>
          </p:nvSpPr>
          <p:spPr>
            <a:xfrm>
              <a:off x="8362290" y="933748"/>
              <a:ext cx="5929446" cy="125675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ctr" rtl="1">
                <a:lnSpc>
                  <a:spcPts val="4900"/>
                </a:lnSpc>
              </a:pPr>
              <a:r>
                <a:rPr lang="ar-SA" sz="4000" dirty="0"/>
                <a:t>اكتشاف الأشعة تحت الحمراء الصادرة من اللهب</a:t>
              </a:r>
              <a:endParaRPr lang="ar-EG" sz="4000" b="1" dirty="0">
                <a:solidFill>
                  <a:srgbClr val="414042"/>
                </a:solidFill>
                <a:latin typeface="Vazir Medium"/>
                <a:ea typeface="Vazir Medium"/>
                <a:cs typeface="Vazir Medium"/>
                <a:sym typeface="Vazir Medium"/>
                <a:rtl/>
              </a:endParaRPr>
            </a:p>
          </p:txBody>
        </p:sp>
      </p:grpSp>
      <p:sp>
        <p:nvSpPr>
          <p:cNvPr id="7" name="وسيلة الشرح: خط منحني مزدوج 6">
            <a:extLst>
              <a:ext uri="{FF2B5EF4-FFF2-40B4-BE49-F238E27FC236}">
                <a16:creationId xmlns:a16="http://schemas.microsoft.com/office/drawing/2014/main" id="{46DBD384-F146-0063-E00F-773B4110664F}"/>
              </a:ext>
            </a:extLst>
          </p:cNvPr>
          <p:cNvSpPr/>
          <p:nvPr/>
        </p:nvSpPr>
        <p:spPr>
          <a:xfrm>
            <a:off x="13868400" y="1193426"/>
            <a:ext cx="3733800" cy="1828801"/>
          </a:xfrm>
          <a:prstGeom prst="borderCallout3">
            <a:avLst>
              <a:gd name="adj1" fmla="val 41423"/>
              <a:gd name="adj2" fmla="val -2913"/>
              <a:gd name="adj3" fmla="val 43042"/>
              <a:gd name="adj4" fmla="val -28629"/>
              <a:gd name="adj5" fmla="val 119973"/>
              <a:gd name="adj6" fmla="val -30064"/>
              <a:gd name="adj7" fmla="val 196768"/>
              <a:gd name="adj8" fmla="val -30723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ar-SA" sz="5400" b="1" dirty="0"/>
              <a:t>حساس اللهب</a:t>
            </a:r>
            <a:endParaRPr lang="ar-EG" sz="6000" b="1" dirty="0">
              <a:solidFill>
                <a:srgbClr val="222A9B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A1CF9A09-AD04-06C7-BD42-6BCA4E5EA90D}"/>
              </a:ext>
            </a:extLst>
          </p:cNvPr>
          <p:cNvSpPr txBox="1"/>
          <p:nvPr/>
        </p:nvSpPr>
        <p:spPr>
          <a:xfrm>
            <a:off x="8885307" y="550595"/>
            <a:ext cx="1635170" cy="73866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4800" b="1" dirty="0"/>
              <a:t>الوظيفة</a:t>
            </a:r>
            <a:endParaRPr lang="ar-SA" sz="8800" dirty="0">
              <a:effectLst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6AB13D79-A19B-CFAA-1982-58BABFD98A9F}"/>
              </a:ext>
            </a:extLst>
          </p:cNvPr>
          <p:cNvSpPr txBox="1"/>
          <p:nvPr/>
        </p:nvSpPr>
        <p:spPr>
          <a:xfrm>
            <a:off x="8082646" y="2407711"/>
            <a:ext cx="2282461" cy="73866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4800" b="1" dirty="0"/>
              <a:t>آلية العمل:</a:t>
            </a:r>
            <a:endParaRPr lang="ar-SA" sz="88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7771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A521A-1B7D-3F10-F520-F1D8BD333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6">
            <a:extLst>
              <a:ext uri="{FF2B5EF4-FFF2-40B4-BE49-F238E27FC236}">
                <a16:creationId xmlns:a16="http://schemas.microsoft.com/office/drawing/2014/main" id="{EA6F42E1-01A5-41F9-D128-4EFE8755B4C4}"/>
              </a:ext>
            </a:extLst>
          </p:cNvPr>
          <p:cNvSpPr txBox="1"/>
          <p:nvPr/>
        </p:nvSpPr>
        <p:spPr>
          <a:xfrm>
            <a:off x="9490839" y="5334910"/>
            <a:ext cx="7808327" cy="576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600" dirty="0"/>
              <a:t>تشغيل الإنذار وإرسال تنبيه عند تجاوز القيم الآمنة</a:t>
            </a: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5DAB2268-CD64-C2DA-9EAC-59DB52011217}"/>
              </a:ext>
            </a:extLst>
          </p:cNvPr>
          <p:cNvSpPr txBox="1"/>
          <p:nvPr/>
        </p:nvSpPr>
        <p:spPr>
          <a:xfrm>
            <a:off x="9446090" y="7302418"/>
            <a:ext cx="5065127" cy="576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600" dirty="0"/>
              <a:t>الكشف المبكر عن تسرب الغاز</a:t>
            </a: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50A90B1B-BA50-03B2-59FB-BE55FC30B8EA}"/>
              </a:ext>
            </a:extLst>
          </p:cNvPr>
          <p:cNvSpPr txBox="1"/>
          <p:nvPr/>
        </p:nvSpPr>
        <p:spPr>
          <a:xfrm>
            <a:off x="10979099" y="6188717"/>
            <a:ext cx="4600774" cy="5895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600" dirty="0"/>
              <a:t>تقليل احتمالية حدوث الحرائق</a:t>
            </a:r>
          </a:p>
        </p:txBody>
      </p:sp>
      <p:sp>
        <p:nvSpPr>
          <p:cNvPr id="20" name="شكل بيضاوي 19">
            <a:extLst>
              <a:ext uri="{FF2B5EF4-FFF2-40B4-BE49-F238E27FC236}">
                <a16:creationId xmlns:a16="http://schemas.microsoft.com/office/drawing/2014/main" id="{8A59709F-7A30-7567-B405-649B94232B38}"/>
              </a:ext>
            </a:extLst>
          </p:cNvPr>
          <p:cNvSpPr/>
          <p:nvPr/>
        </p:nvSpPr>
        <p:spPr>
          <a:xfrm>
            <a:off x="94200" y="4071587"/>
            <a:ext cx="6358835" cy="5643914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775CEBE-E0FA-2612-3807-D418147225D1}"/>
              </a:ext>
            </a:extLst>
          </p:cNvPr>
          <p:cNvGrpSpPr/>
          <p:nvPr/>
        </p:nvGrpSpPr>
        <p:grpSpPr>
          <a:xfrm>
            <a:off x="9630400" y="2013561"/>
            <a:ext cx="7619287" cy="1369539"/>
            <a:chOff x="-535821" y="-6624031"/>
            <a:chExt cx="4664960" cy="274705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1F388C9-B1C5-D3E7-FAA0-71529406CDE1}"/>
                </a:ext>
              </a:extLst>
            </p:cNvPr>
            <p:cNvSpPr/>
            <p:nvPr/>
          </p:nvSpPr>
          <p:spPr>
            <a:xfrm flipH="1">
              <a:off x="-535821" y="-6624031"/>
              <a:ext cx="4664960" cy="2747054"/>
            </a:xfrm>
            <a:custGeom>
              <a:avLst/>
              <a:gdLst/>
              <a:ahLst/>
              <a:cxnLst/>
              <a:rect l="l" t="t" r="r" b="b"/>
              <a:pathLst>
                <a:path w="5837538" h="6709559">
                  <a:moveTo>
                    <a:pt x="304800" y="0"/>
                  </a:moveTo>
                  <a:lnTo>
                    <a:pt x="5532738" y="0"/>
                  </a:lnTo>
                  <a:cubicBezTo>
                    <a:pt x="5701648" y="0"/>
                    <a:pt x="5837538" y="135890"/>
                    <a:pt x="5837538" y="304800"/>
                  </a:cubicBezTo>
                  <a:lnTo>
                    <a:pt x="5837538" y="6404758"/>
                  </a:lnTo>
                  <a:cubicBezTo>
                    <a:pt x="5837538" y="6573669"/>
                    <a:pt x="5701648" y="6709559"/>
                    <a:pt x="5532738" y="6709559"/>
                  </a:cubicBezTo>
                  <a:lnTo>
                    <a:pt x="304800" y="6709559"/>
                  </a:lnTo>
                  <a:cubicBezTo>
                    <a:pt x="135890" y="6709559"/>
                    <a:pt x="0" y="6573669"/>
                    <a:pt x="0" y="6404758"/>
                  </a:cubicBezTo>
                  <a:lnTo>
                    <a:pt x="0" y="304800"/>
                  </a:lnTo>
                  <a:cubicBezTo>
                    <a:pt x="0" y="135890"/>
                    <a:pt x="135890" y="0"/>
                    <a:pt x="304800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pPr algn="r" rtl="1">
                <a:lnSpc>
                  <a:spcPts val="4900"/>
                </a:lnSpc>
              </a:pPr>
              <a:r>
                <a:rPr lang="ar-SA" sz="3600" b="1" dirty="0"/>
                <a:t>آلية العمل:</a:t>
              </a:r>
              <a:r>
                <a:rPr lang="ar-SA" sz="3600" dirty="0"/>
                <a:t> كشف تسرب المياه داخل المنزل</a:t>
              </a:r>
            </a:p>
            <a:p>
              <a:endParaRPr lang="ar-SA" dirty="0"/>
            </a:p>
          </p:txBody>
        </p:sp>
      </p:grpSp>
      <p:sp>
        <p:nvSpPr>
          <p:cNvPr id="22" name="TextBox 6">
            <a:extLst>
              <a:ext uri="{FF2B5EF4-FFF2-40B4-BE49-F238E27FC236}">
                <a16:creationId xmlns:a16="http://schemas.microsoft.com/office/drawing/2014/main" id="{2358F63A-A7B0-4B45-C182-51E0C1753941}"/>
              </a:ext>
            </a:extLst>
          </p:cNvPr>
          <p:cNvSpPr txBox="1"/>
          <p:nvPr/>
        </p:nvSpPr>
        <p:spPr>
          <a:xfrm>
            <a:off x="8523881" y="8403144"/>
            <a:ext cx="4755605" cy="599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200" dirty="0"/>
              <a:t>تعزيز مستوى السلامة المنزلية</a:t>
            </a:r>
            <a:endParaRPr lang="ar-EG" sz="32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77" name="TextBox 6">
            <a:extLst>
              <a:ext uri="{FF2B5EF4-FFF2-40B4-BE49-F238E27FC236}">
                <a16:creationId xmlns:a16="http://schemas.microsoft.com/office/drawing/2014/main" id="{4699B195-B187-7A34-74B6-24890538B76E}"/>
              </a:ext>
            </a:extLst>
          </p:cNvPr>
          <p:cNvSpPr txBox="1"/>
          <p:nvPr/>
        </p:nvSpPr>
        <p:spPr>
          <a:xfrm>
            <a:off x="12535639" y="4431186"/>
            <a:ext cx="330051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900"/>
              </a:lnSpc>
            </a:pPr>
            <a:r>
              <a:rPr lang="ar-SA" sz="3600" b="1" dirty="0"/>
              <a:t>الاستخدامات</a:t>
            </a:r>
            <a:endParaRPr lang="ar-EG" sz="35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grpSp>
        <p:nvGrpSpPr>
          <p:cNvPr id="87" name="مجموعة 86">
            <a:extLst>
              <a:ext uri="{FF2B5EF4-FFF2-40B4-BE49-F238E27FC236}">
                <a16:creationId xmlns:a16="http://schemas.microsoft.com/office/drawing/2014/main" id="{64A0C55F-DEFA-49CF-C6F8-64531D8785F1}"/>
              </a:ext>
            </a:extLst>
          </p:cNvPr>
          <p:cNvGrpSpPr/>
          <p:nvPr/>
        </p:nvGrpSpPr>
        <p:grpSpPr>
          <a:xfrm>
            <a:off x="9144000" y="4936266"/>
            <a:ext cx="9088679" cy="397734"/>
            <a:chOff x="9144000" y="4936266"/>
            <a:chExt cx="9088679" cy="397734"/>
          </a:xfrm>
        </p:grpSpPr>
        <p:cxnSp>
          <p:nvCxnSpPr>
            <p:cNvPr id="27" name="رابط مستقيم 26">
              <a:extLst>
                <a:ext uri="{FF2B5EF4-FFF2-40B4-BE49-F238E27FC236}">
                  <a16:creationId xmlns:a16="http://schemas.microsoft.com/office/drawing/2014/main" id="{B8F82BA1-D29C-6965-9593-45890A1FBB89}"/>
                </a:ext>
              </a:extLst>
            </p:cNvPr>
            <p:cNvCxnSpPr>
              <a:cxnSpLocks/>
              <a:stCxn id="58" idx="6"/>
            </p:cNvCxnSpPr>
            <p:nvPr/>
          </p:nvCxnSpPr>
          <p:spPr>
            <a:xfrm>
              <a:off x="9469679" y="5126766"/>
              <a:ext cx="8437321" cy="167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شكل بيضاوي 57">
              <a:extLst>
                <a:ext uri="{FF2B5EF4-FFF2-40B4-BE49-F238E27FC236}">
                  <a16:creationId xmlns:a16="http://schemas.microsoft.com/office/drawing/2014/main" id="{52B9B72B-12A3-BF23-F1C5-BF109ADB1716}"/>
                </a:ext>
              </a:extLst>
            </p:cNvPr>
            <p:cNvSpPr/>
            <p:nvPr/>
          </p:nvSpPr>
          <p:spPr>
            <a:xfrm>
              <a:off x="9144000" y="4936266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78" name="شكل بيضاوي 77">
              <a:extLst>
                <a:ext uri="{FF2B5EF4-FFF2-40B4-BE49-F238E27FC236}">
                  <a16:creationId xmlns:a16="http://schemas.microsoft.com/office/drawing/2014/main" id="{DDDBC497-BF8F-D698-382C-11D3F2EBA7E4}"/>
                </a:ext>
              </a:extLst>
            </p:cNvPr>
            <p:cNvSpPr/>
            <p:nvPr/>
          </p:nvSpPr>
          <p:spPr>
            <a:xfrm>
              <a:off x="17907000" y="4953000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grpSp>
        <p:nvGrpSpPr>
          <p:cNvPr id="86" name="مجموعة 85">
            <a:extLst>
              <a:ext uri="{FF2B5EF4-FFF2-40B4-BE49-F238E27FC236}">
                <a16:creationId xmlns:a16="http://schemas.microsoft.com/office/drawing/2014/main" id="{E10DAD09-E342-88AB-2AE3-0767DBAB2805}"/>
              </a:ext>
            </a:extLst>
          </p:cNvPr>
          <p:cNvGrpSpPr/>
          <p:nvPr/>
        </p:nvGrpSpPr>
        <p:grpSpPr>
          <a:xfrm>
            <a:off x="8030005" y="5943600"/>
            <a:ext cx="9745474" cy="1432539"/>
            <a:chOff x="8030005" y="5943600"/>
            <a:chExt cx="9745474" cy="1432539"/>
          </a:xfrm>
        </p:grpSpPr>
        <p:cxnSp>
          <p:nvCxnSpPr>
            <p:cNvPr id="26" name="رابط مستقيم 25">
              <a:extLst>
                <a:ext uri="{FF2B5EF4-FFF2-40B4-BE49-F238E27FC236}">
                  <a16:creationId xmlns:a16="http://schemas.microsoft.com/office/drawing/2014/main" id="{7AE8BF55-478F-ECDA-1288-70B755FBDD27}"/>
                </a:ext>
              </a:extLst>
            </p:cNvPr>
            <p:cNvCxnSpPr>
              <a:cxnSpLocks/>
              <a:endCxn id="79" idx="2"/>
            </p:cNvCxnSpPr>
            <p:nvPr/>
          </p:nvCxnSpPr>
          <p:spPr>
            <a:xfrm>
              <a:off x="8839200" y="6170726"/>
              <a:ext cx="8610600" cy="1799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شكل بيضاوي 58">
              <a:extLst>
                <a:ext uri="{FF2B5EF4-FFF2-40B4-BE49-F238E27FC236}">
                  <a16:creationId xmlns:a16="http://schemas.microsoft.com/office/drawing/2014/main" id="{CB819993-74EF-15D2-BF3C-73CA97E16AD8}"/>
                </a:ext>
              </a:extLst>
            </p:cNvPr>
            <p:cNvSpPr/>
            <p:nvPr/>
          </p:nvSpPr>
          <p:spPr>
            <a:xfrm>
              <a:off x="8609161" y="5943600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79" name="شكل بيضاوي 78">
              <a:extLst>
                <a:ext uri="{FF2B5EF4-FFF2-40B4-BE49-F238E27FC236}">
                  <a16:creationId xmlns:a16="http://schemas.microsoft.com/office/drawing/2014/main" id="{F1B8419F-A3A8-1646-D86A-E82A7553AE0B}"/>
                </a:ext>
              </a:extLst>
            </p:cNvPr>
            <p:cNvSpPr/>
            <p:nvPr/>
          </p:nvSpPr>
          <p:spPr>
            <a:xfrm>
              <a:off x="17449800" y="5998217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grpSp>
          <p:nvGrpSpPr>
            <p:cNvPr id="85" name="مجموعة 84">
              <a:extLst>
                <a:ext uri="{FF2B5EF4-FFF2-40B4-BE49-F238E27FC236}">
                  <a16:creationId xmlns:a16="http://schemas.microsoft.com/office/drawing/2014/main" id="{A92CA813-E2E9-2E14-E058-B7269F50C8FB}"/>
                </a:ext>
              </a:extLst>
            </p:cNvPr>
            <p:cNvGrpSpPr/>
            <p:nvPr/>
          </p:nvGrpSpPr>
          <p:grpSpPr>
            <a:xfrm>
              <a:off x="8030005" y="6955565"/>
              <a:ext cx="9070795" cy="420574"/>
              <a:chOff x="8030005" y="6955565"/>
              <a:chExt cx="9070795" cy="420574"/>
            </a:xfrm>
          </p:grpSpPr>
          <p:cxnSp>
            <p:nvCxnSpPr>
              <p:cNvPr id="25" name="رابط مستقيم 24">
                <a:extLst>
                  <a:ext uri="{FF2B5EF4-FFF2-40B4-BE49-F238E27FC236}">
                    <a16:creationId xmlns:a16="http://schemas.microsoft.com/office/drawing/2014/main" id="{110CA2FD-7EE2-DBB5-5842-E3F955AE8B92}"/>
                  </a:ext>
                </a:extLst>
              </p:cNvPr>
              <p:cNvCxnSpPr>
                <a:cxnSpLocks/>
                <a:stCxn id="60" idx="6"/>
              </p:cNvCxnSpPr>
              <p:nvPr/>
            </p:nvCxnSpPr>
            <p:spPr>
              <a:xfrm>
                <a:off x="8355684" y="7146065"/>
                <a:ext cx="8359911" cy="395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شكل بيضاوي 59">
                <a:extLst>
                  <a:ext uri="{FF2B5EF4-FFF2-40B4-BE49-F238E27FC236}">
                    <a16:creationId xmlns:a16="http://schemas.microsoft.com/office/drawing/2014/main" id="{60FE84FF-BA6F-DF9B-C1C0-7D7006C472B0}"/>
                  </a:ext>
                </a:extLst>
              </p:cNvPr>
              <p:cNvSpPr/>
              <p:nvPr/>
            </p:nvSpPr>
            <p:spPr>
              <a:xfrm>
                <a:off x="8030005" y="6955565"/>
                <a:ext cx="325679" cy="381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  <p:sp>
            <p:nvSpPr>
              <p:cNvPr id="80" name="شكل بيضاوي 79">
                <a:extLst>
                  <a:ext uri="{FF2B5EF4-FFF2-40B4-BE49-F238E27FC236}">
                    <a16:creationId xmlns:a16="http://schemas.microsoft.com/office/drawing/2014/main" id="{9BC2880C-955B-F224-AE55-E7DCECB884AA}"/>
                  </a:ext>
                </a:extLst>
              </p:cNvPr>
              <p:cNvSpPr/>
              <p:nvPr/>
            </p:nvSpPr>
            <p:spPr>
              <a:xfrm>
                <a:off x="16775121" y="6995139"/>
                <a:ext cx="325679" cy="381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</p:grpSp>
      </p:grpSp>
      <p:grpSp>
        <p:nvGrpSpPr>
          <p:cNvPr id="84" name="مجموعة 83">
            <a:extLst>
              <a:ext uri="{FF2B5EF4-FFF2-40B4-BE49-F238E27FC236}">
                <a16:creationId xmlns:a16="http://schemas.microsoft.com/office/drawing/2014/main" id="{A82681D8-2946-5AD2-C8A1-644B314959EA}"/>
              </a:ext>
            </a:extLst>
          </p:cNvPr>
          <p:cNvGrpSpPr/>
          <p:nvPr/>
        </p:nvGrpSpPr>
        <p:grpSpPr>
          <a:xfrm>
            <a:off x="7431194" y="7984044"/>
            <a:ext cx="9104048" cy="404060"/>
            <a:chOff x="7431194" y="7984044"/>
            <a:chExt cx="9104048" cy="404060"/>
          </a:xfrm>
        </p:grpSpPr>
        <p:cxnSp>
          <p:nvCxnSpPr>
            <p:cNvPr id="34" name="رابط مستقيم 33">
              <a:extLst>
                <a:ext uri="{FF2B5EF4-FFF2-40B4-BE49-F238E27FC236}">
                  <a16:creationId xmlns:a16="http://schemas.microsoft.com/office/drawing/2014/main" id="{51423B99-2F01-6059-994E-05A253BC9D58}"/>
                </a:ext>
              </a:extLst>
            </p:cNvPr>
            <p:cNvCxnSpPr>
              <a:cxnSpLocks/>
            </p:cNvCxnSpPr>
            <p:nvPr/>
          </p:nvCxnSpPr>
          <p:spPr>
            <a:xfrm>
              <a:off x="7696200" y="8191500"/>
              <a:ext cx="867620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شكل بيضاوي 60">
              <a:extLst>
                <a:ext uri="{FF2B5EF4-FFF2-40B4-BE49-F238E27FC236}">
                  <a16:creationId xmlns:a16="http://schemas.microsoft.com/office/drawing/2014/main" id="{30BD5709-791B-E34C-EF97-89D5BA9CA18E}"/>
                </a:ext>
              </a:extLst>
            </p:cNvPr>
            <p:cNvSpPr/>
            <p:nvPr/>
          </p:nvSpPr>
          <p:spPr>
            <a:xfrm>
              <a:off x="7431194" y="798404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81" name="شكل بيضاوي 80">
              <a:extLst>
                <a:ext uri="{FF2B5EF4-FFF2-40B4-BE49-F238E27FC236}">
                  <a16:creationId xmlns:a16="http://schemas.microsoft.com/office/drawing/2014/main" id="{41A66A36-598D-8063-5F14-069F2E8D7CDB}"/>
                </a:ext>
              </a:extLst>
            </p:cNvPr>
            <p:cNvSpPr/>
            <p:nvPr/>
          </p:nvSpPr>
          <p:spPr>
            <a:xfrm>
              <a:off x="16209563" y="800710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grpSp>
        <p:nvGrpSpPr>
          <p:cNvPr id="83" name="مجموعة 82">
            <a:extLst>
              <a:ext uri="{FF2B5EF4-FFF2-40B4-BE49-F238E27FC236}">
                <a16:creationId xmlns:a16="http://schemas.microsoft.com/office/drawing/2014/main" id="{A362DC57-8786-F422-5A80-F597F4A6CBD1}"/>
              </a:ext>
            </a:extLst>
          </p:cNvPr>
          <p:cNvGrpSpPr/>
          <p:nvPr/>
        </p:nvGrpSpPr>
        <p:grpSpPr>
          <a:xfrm>
            <a:off x="6857093" y="8969114"/>
            <a:ext cx="8979061" cy="381000"/>
            <a:chOff x="6857093" y="8969114"/>
            <a:chExt cx="8979061" cy="381000"/>
          </a:xfrm>
        </p:grpSpPr>
        <p:cxnSp>
          <p:nvCxnSpPr>
            <p:cNvPr id="33" name="رابط مستقيم 32">
              <a:extLst>
                <a:ext uri="{FF2B5EF4-FFF2-40B4-BE49-F238E27FC236}">
                  <a16:creationId xmlns:a16="http://schemas.microsoft.com/office/drawing/2014/main" id="{63B53B06-A70D-C273-AF56-D0AC37E99286}"/>
                </a:ext>
              </a:extLst>
            </p:cNvPr>
            <p:cNvCxnSpPr>
              <a:cxnSpLocks/>
            </p:cNvCxnSpPr>
            <p:nvPr/>
          </p:nvCxnSpPr>
          <p:spPr>
            <a:xfrm>
              <a:off x="7019934" y="9182100"/>
              <a:ext cx="8442378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شكل بيضاوي 61">
              <a:extLst>
                <a:ext uri="{FF2B5EF4-FFF2-40B4-BE49-F238E27FC236}">
                  <a16:creationId xmlns:a16="http://schemas.microsoft.com/office/drawing/2014/main" id="{51942D07-661E-99B0-BA69-2EE725324BC4}"/>
                </a:ext>
              </a:extLst>
            </p:cNvPr>
            <p:cNvSpPr/>
            <p:nvPr/>
          </p:nvSpPr>
          <p:spPr>
            <a:xfrm>
              <a:off x="6857093" y="896911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82" name="شكل بيضاوي 81">
              <a:extLst>
                <a:ext uri="{FF2B5EF4-FFF2-40B4-BE49-F238E27FC236}">
                  <a16:creationId xmlns:a16="http://schemas.microsoft.com/office/drawing/2014/main" id="{69682A64-EACE-89F5-5DBC-C08A25465D2A}"/>
                </a:ext>
              </a:extLst>
            </p:cNvPr>
            <p:cNvSpPr/>
            <p:nvPr/>
          </p:nvSpPr>
          <p:spPr>
            <a:xfrm>
              <a:off x="15510475" y="896911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sp>
        <p:nvSpPr>
          <p:cNvPr id="92" name="وسيلة الشرح: خط منحني مزدوج مع حد وشريط تمييز 91">
            <a:extLst>
              <a:ext uri="{FF2B5EF4-FFF2-40B4-BE49-F238E27FC236}">
                <a16:creationId xmlns:a16="http://schemas.microsoft.com/office/drawing/2014/main" id="{843A3259-9EDF-B3F2-18B8-6FE5B321BB74}"/>
              </a:ext>
            </a:extLst>
          </p:cNvPr>
          <p:cNvSpPr/>
          <p:nvPr/>
        </p:nvSpPr>
        <p:spPr>
          <a:xfrm>
            <a:off x="1959879" y="889423"/>
            <a:ext cx="4237996" cy="1434677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67434"/>
              <a:gd name="adj8" fmla="val -17040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r" rtl="1">
              <a:lnSpc>
                <a:spcPts val="12539"/>
              </a:lnSpc>
            </a:pPr>
            <a:r>
              <a:rPr lang="ar-SA" sz="6600" dirty="0"/>
              <a:t>حساس الماء</a:t>
            </a:r>
            <a:endParaRPr lang="ar-EG" sz="7200" b="1" dirty="0">
              <a:solidFill>
                <a:srgbClr val="222A9B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  <a:p>
            <a:pPr algn="ctr"/>
            <a:endParaRPr lang="ar-SA" dirty="0"/>
          </a:p>
        </p:txBody>
      </p:sp>
      <p:grpSp>
        <p:nvGrpSpPr>
          <p:cNvPr id="99" name="مجموعة 98">
            <a:extLst>
              <a:ext uri="{FF2B5EF4-FFF2-40B4-BE49-F238E27FC236}">
                <a16:creationId xmlns:a16="http://schemas.microsoft.com/office/drawing/2014/main" id="{7EDC8F30-1CE8-173C-57DC-E0886C1975F2}"/>
              </a:ext>
            </a:extLst>
          </p:cNvPr>
          <p:cNvGrpSpPr/>
          <p:nvPr/>
        </p:nvGrpSpPr>
        <p:grpSpPr>
          <a:xfrm>
            <a:off x="9342538" y="531763"/>
            <a:ext cx="8564461" cy="1349512"/>
            <a:chOff x="8268709" y="840990"/>
            <a:chExt cx="6114223" cy="1349512"/>
          </a:xfrm>
        </p:grpSpPr>
        <p:grpSp>
          <p:nvGrpSpPr>
            <p:cNvPr id="100" name="Group 2">
              <a:extLst>
                <a:ext uri="{FF2B5EF4-FFF2-40B4-BE49-F238E27FC236}">
                  <a16:creationId xmlns:a16="http://schemas.microsoft.com/office/drawing/2014/main" id="{7AD8ED33-C2F9-E108-D9C9-CC253D5EA632}"/>
                </a:ext>
              </a:extLst>
            </p:cNvPr>
            <p:cNvGrpSpPr/>
            <p:nvPr/>
          </p:nvGrpSpPr>
          <p:grpSpPr>
            <a:xfrm>
              <a:off x="8268709" y="840990"/>
              <a:ext cx="6114223" cy="797704"/>
              <a:chOff x="-831049" y="-6891218"/>
              <a:chExt cx="4934363" cy="1217719"/>
            </a:xfrm>
          </p:grpSpPr>
          <p:sp>
            <p:nvSpPr>
              <p:cNvPr id="102" name="Freeform 3">
                <a:extLst>
                  <a:ext uri="{FF2B5EF4-FFF2-40B4-BE49-F238E27FC236}">
                    <a16:creationId xmlns:a16="http://schemas.microsoft.com/office/drawing/2014/main" id="{4E1C744C-5B5D-46F0-01D6-C231E8C6656E}"/>
                  </a:ext>
                </a:extLst>
              </p:cNvPr>
              <p:cNvSpPr/>
              <p:nvPr/>
            </p:nvSpPr>
            <p:spPr>
              <a:xfrm flipH="1">
                <a:off x="-831049" y="-6891218"/>
                <a:ext cx="4934363" cy="1217719"/>
              </a:xfrm>
              <a:custGeom>
                <a:avLst/>
                <a:gdLst/>
                <a:ahLst/>
                <a:cxnLst/>
                <a:rect l="l" t="t" r="r" b="b"/>
                <a:pathLst>
                  <a:path w="5837538" h="6709559">
                    <a:moveTo>
                      <a:pt x="304800" y="0"/>
                    </a:moveTo>
                    <a:lnTo>
                      <a:pt x="5532738" y="0"/>
                    </a:lnTo>
                    <a:cubicBezTo>
                      <a:pt x="5701648" y="0"/>
                      <a:pt x="5837538" y="135890"/>
                      <a:pt x="5837538" y="304800"/>
                    </a:cubicBezTo>
                    <a:lnTo>
                      <a:pt x="5837538" y="6404758"/>
                    </a:lnTo>
                    <a:cubicBezTo>
                      <a:pt x="5837538" y="6573669"/>
                      <a:pt x="5701648" y="6709559"/>
                      <a:pt x="5532738" y="6709559"/>
                    </a:cubicBezTo>
                    <a:lnTo>
                      <a:pt x="304800" y="6709559"/>
                    </a:lnTo>
                    <a:cubicBezTo>
                      <a:pt x="135890" y="6709559"/>
                      <a:pt x="0" y="6573669"/>
                      <a:pt x="0" y="6404758"/>
                    </a:cubicBezTo>
                    <a:lnTo>
                      <a:pt x="0" y="304800"/>
                    </a:lnTo>
                    <a:cubicBezTo>
                      <a:pt x="0" y="135890"/>
                      <a:pt x="135890" y="0"/>
                      <a:pt x="304800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sp>
        </p:grpSp>
        <p:sp>
          <p:nvSpPr>
            <p:cNvPr id="101" name="TextBox 6">
              <a:extLst>
                <a:ext uri="{FF2B5EF4-FFF2-40B4-BE49-F238E27FC236}">
                  <a16:creationId xmlns:a16="http://schemas.microsoft.com/office/drawing/2014/main" id="{8E280202-6556-E80D-813E-EEEB1B3A6AB1}"/>
                </a:ext>
              </a:extLst>
            </p:cNvPr>
            <p:cNvSpPr txBox="1"/>
            <p:nvPr/>
          </p:nvSpPr>
          <p:spPr>
            <a:xfrm>
              <a:off x="8362290" y="933748"/>
              <a:ext cx="5929446" cy="1256754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r" rtl="1">
                <a:lnSpc>
                  <a:spcPts val="4900"/>
                </a:lnSpc>
              </a:pPr>
              <a:r>
                <a:rPr lang="ar-SA" sz="4000" b="1" dirty="0"/>
                <a:t>آلية العمل:</a:t>
              </a:r>
              <a:r>
                <a:rPr lang="ar-SA" sz="4000" dirty="0"/>
                <a:t> يعتمد على التوصيل الكهربائي عند ملامسة الماء</a:t>
              </a:r>
              <a:endParaRPr lang="ar-EG" sz="4000" b="1" dirty="0">
                <a:solidFill>
                  <a:srgbClr val="414042"/>
                </a:solidFill>
                <a:latin typeface="Vazir Medium"/>
                <a:ea typeface="Vazir Medium"/>
                <a:cs typeface="Vazir Medium"/>
                <a:sym typeface="Vazir Medium"/>
                <a:rtl/>
              </a:endParaRPr>
            </a:p>
          </p:txBody>
        </p:sp>
      </p:grpSp>
      <p:grpSp>
        <p:nvGrpSpPr>
          <p:cNvPr id="5" name="مجموعة 4">
            <a:extLst>
              <a:ext uri="{FF2B5EF4-FFF2-40B4-BE49-F238E27FC236}">
                <a16:creationId xmlns:a16="http://schemas.microsoft.com/office/drawing/2014/main" id="{41B1AD4D-47A7-17C6-4325-4EC51638D57C}"/>
              </a:ext>
            </a:extLst>
          </p:cNvPr>
          <p:cNvGrpSpPr/>
          <p:nvPr/>
        </p:nvGrpSpPr>
        <p:grpSpPr>
          <a:xfrm>
            <a:off x="6267993" y="889423"/>
            <a:ext cx="3135510" cy="1514804"/>
            <a:chOff x="5593887" y="1894099"/>
            <a:chExt cx="3135510" cy="1514804"/>
          </a:xfrm>
        </p:grpSpPr>
        <p:sp>
          <p:nvSpPr>
            <p:cNvPr id="130" name="شكل بيضاوي 129">
              <a:extLst>
                <a:ext uri="{FF2B5EF4-FFF2-40B4-BE49-F238E27FC236}">
                  <a16:creationId xmlns:a16="http://schemas.microsoft.com/office/drawing/2014/main" id="{BE5EB8BC-43E4-9E76-A8DB-EDD078BC0BD3}"/>
                </a:ext>
              </a:extLst>
            </p:cNvPr>
            <p:cNvSpPr/>
            <p:nvPr/>
          </p:nvSpPr>
          <p:spPr>
            <a:xfrm>
              <a:off x="6818051" y="1894099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grpSp>
          <p:nvGrpSpPr>
            <p:cNvPr id="132" name="مجموعة 131">
              <a:extLst>
                <a:ext uri="{FF2B5EF4-FFF2-40B4-BE49-F238E27FC236}">
                  <a16:creationId xmlns:a16="http://schemas.microsoft.com/office/drawing/2014/main" id="{FCD7DB2C-4AE9-DCEF-8BE4-10F9569E792A}"/>
                </a:ext>
              </a:extLst>
            </p:cNvPr>
            <p:cNvGrpSpPr/>
            <p:nvPr/>
          </p:nvGrpSpPr>
          <p:grpSpPr>
            <a:xfrm>
              <a:off x="5593887" y="1976223"/>
              <a:ext cx="3135510" cy="1432680"/>
              <a:chOff x="6207029" y="889423"/>
              <a:chExt cx="3135510" cy="1432680"/>
            </a:xfrm>
          </p:grpSpPr>
          <p:cxnSp>
            <p:nvCxnSpPr>
              <p:cNvPr id="111" name="رابط مستقيم 110">
                <a:extLst>
                  <a:ext uri="{FF2B5EF4-FFF2-40B4-BE49-F238E27FC236}">
                    <a16:creationId xmlns:a16="http://schemas.microsoft.com/office/drawing/2014/main" id="{7615EF45-6136-000A-DF09-7A9149B3ED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07029" y="1628396"/>
                <a:ext cx="1336771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2" name="رابط مستقيم 111">
                <a:extLst>
                  <a:ext uri="{FF2B5EF4-FFF2-40B4-BE49-F238E27FC236}">
                    <a16:creationId xmlns:a16="http://schemas.microsoft.com/office/drawing/2014/main" id="{B100CA3E-3340-8FF1-B199-36D21E8617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3800" y="930615"/>
                <a:ext cx="1798739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18" name="رابط مستقيم 117">
                <a:extLst>
                  <a:ext uri="{FF2B5EF4-FFF2-40B4-BE49-F238E27FC236}">
                    <a16:creationId xmlns:a16="http://schemas.microsoft.com/office/drawing/2014/main" id="{6A2341B5-CB40-90FF-8D01-B7D9569585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54443" y="2218911"/>
                <a:ext cx="1752396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21" name="رابط مستقيم 120">
                <a:extLst>
                  <a:ext uri="{FF2B5EF4-FFF2-40B4-BE49-F238E27FC236}">
                    <a16:creationId xmlns:a16="http://schemas.microsoft.com/office/drawing/2014/main" id="{C91D54E2-BB62-C18A-A106-5A21761C63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94033" y="889423"/>
                <a:ext cx="0" cy="1329488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شكل بيضاوي 130">
                <a:extLst>
                  <a:ext uri="{FF2B5EF4-FFF2-40B4-BE49-F238E27FC236}">
                    <a16:creationId xmlns:a16="http://schemas.microsoft.com/office/drawing/2014/main" id="{68743052-0041-EA22-2BC2-1DFAE9F77C00}"/>
                  </a:ext>
                </a:extLst>
              </p:cNvPr>
              <p:cNvSpPr/>
              <p:nvPr/>
            </p:nvSpPr>
            <p:spPr>
              <a:xfrm>
                <a:off x="7495363" y="1941103"/>
                <a:ext cx="325679" cy="381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93129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4767B-E0BE-5C61-B74B-E1434005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شكل بيضاوي 19">
            <a:extLst>
              <a:ext uri="{FF2B5EF4-FFF2-40B4-BE49-F238E27FC236}">
                <a16:creationId xmlns:a16="http://schemas.microsoft.com/office/drawing/2014/main" id="{A8B4E516-F334-1A76-5C59-2E2708B9E9DF}"/>
              </a:ext>
            </a:extLst>
          </p:cNvPr>
          <p:cNvSpPr/>
          <p:nvPr/>
        </p:nvSpPr>
        <p:spPr>
          <a:xfrm>
            <a:off x="11527986" y="3997274"/>
            <a:ext cx="6716764" cy="6090655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B01C2CE-5538-65E1-19DD-713285744144}"/>
              </a:ext>
            </a:extLst>
          </p:cNvPr>
          <p:cNvGrpSpPr/>
          <p:nvPr/>
        </p:nvGrpSpPr>
        <p:grpSpPr>
          <a:xfrm>
            <a:off x="309797" y="1694448"/>
            <a:ext cx="7619287" cy="1523197"/>
            <a:chOff x="-728320" y="-7396602"/>
            <a:chExt cx="4664960" cy="189854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02125A1-0899-D301-F6EA-671C2EF2D059}"/>
                </a:ext>
              </a:extLst>
            </p:cNvPr>
            <p:cNvSpPr/>
            <p:nvPr/>
          </p:nvSpPr>
          <p:spPr>
            <a:xfrm flipH="1">
              <a:off x="-728320" y="-7396602"/>
              <a:ext cx="4664960" cy="1898540"/>
            </a:xfrm>
            <a:custGeom>
              <a:avLst/>
              <a:gdLst/>
              <a:ahLst/>
              <a:cxnLst/>
              <a:rect l="l" t="t" r="r" b="b"/>
              <a:pathLst>
                <a:path w="5837538" h="6709559">
                  <a:moveTo>
                    <a:pt x="304800" y="0"/>
                  </a:moveTo>
                  <a:lnTo>
                    <a:pt x="5532738" y="0"/>
                  </a:lnTo>
                  <a:cubicBezTo>
                    <a:pt x="5701648" y="0"/>
                    <a:pt x="5837538" y="135890"/>
                    <a:pt x="5837538" y="304800"/>
                  </a:cubicBezTo>
                  <a:lnTo>
                    <a:pt x="5837538" y="6404758"/>
                  </a:lnTo>
                  <a:cubicBezTo>
                    <a:pt x="5837538" y="6573669"/>
                    <a:pt x="5701648" y="6709559"/>
                    <a:pt x="5532738" y="6709559"/>
                  </a:cubicBezTo>
                  <a:lnTo>
                    <a:pt x="304800" y="6709559"/>
                  </a:lnTo>
                  <a:cubicBezTo>
                    <a:pt x="135890" y="6709559"/>
                    <a:pt x="0" y="6573669"/>
                    <a:pt x="0" y="6404758"/>
                  </a:cubicBezTo>
                  <a:lnTo>
                    <a:pt x="0" y="304800"/>
                  </a:lnTo>
                  <a:cubicBezTo>
                    <a:pt x="0" y="135890"/>
                    <a:pt x="135890" y="0"/>
                    <a:pt x="304800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pPr algn="r" rtl="1">
                <a:lnSpc>
                  <a:spcPts val="4900"/>
                </a:lnSpc>
              </a:pPr>
              <a:r>
                <a:rPr lang="ar-SA" sz="3600" dirty="0"/>
                <a:t>فتح وإغلاق الأبواب او النوافذ تلقائيًا</a:t>
              </a:r>
            </a:p>
            <a:p>
              <a:pPr algn="r" rtl="1">
                <a:lnSpc>
                  <a:spcPts val="4900"/>
                </a:lnSpc>
              </a:pPr>
              <a:r>
                <a:rPr lang="ar-SA" sz="3600" dirty="0"/>
                <a:t>تنفيذ أوامر التحكم الصادرة من النظام</a:t>
              </a:r>
              <a:endParaRPr lang="ar-EG" sz="3500" b="1" dirty="0">
                <a:solidFill>
                  <a:srgbClr val="414042"/>
                </a:solidFill>
                <a:latin typeface="Vazir Medium"/>
                <a:ea typeface="Vazir Medium"/>
                <a:cs typeface="Vazir Medium"/>
                <a:sym typeface="Vazir Medium"/>
                <a:rtl/>
              </a:endParaRPr>
            </a:p>
          </p:txBody>
        </p:sp>
      </p:grpSp>
      <p:grpSp>
        <p:nvGrpSpPr>
          <p:cNvPr id="5" name="مجموعة 4">
            <a:extLst>
              <a:ext uri="{FF2B5EF4-FFF2-40B4-BE49-F238E27FC236}">
                <a16:creationId xmlns:a16="http://schemas.microsoft.com/office/drawing/2014/main" id="{D263BEA8-76C2-81A1-3F56-9B2AA45BFA61}"/>
              </a:ext>
            </a:extLst>
          </p:cNvPr>
          <p:cNvGrpSpPr/>
          <p:nvPr/>
        </p:nvGrpSpPr>
        <p:grpSpPr>
          <a:xfrm>
            <a:off x="152400" y="4478649"/>
            <a:ext cx="11375586" cy="4918928"/>
            <a:chOff x="6857093" y="4431186"/>
            <a:chExt cx="11375586" cy="4918928"/>
          </a:xfrm>
        </p:grpSpPr>
        <p:sp>
          <p:nvSpPr>
            <p:cNvPr id="16" name="TextBox 6">
              <a:extLst>
                <a:ext uri="{FF2B5EF4-FFF2-40B4-BE49-F238E27FC236}">
                  <a16:creationId xmlns:a16="http://schemas.microsoft.com/office/drawing/2014/main" id="{067F1C28-E20B-3FE0-E1FF-F4B6A8780B6B}"/>
                </a:ext>
              </a:extLst>
            </p:cNvPr>
            <p:cNvSpPr txBox="1"/>
            <p:nvPr/>
          </p:nvSpPr>
          <p:spPr>
            <a:xfrm>
              <a:off x="9490839" y="5334910"/>
              <a:ext cx="7808327" cy="57637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r" rtl="1">
                <a:lnSpc>
                  <a:spcPts val="4900"/>
                </a:lnSpc>
              </a:pPr>
              <a:r>
                <a:rPr lang="ar-SA" sz="3600" dirty="0"/>
                <a:t>اكتشاف الحرائق في مراحلها الأولى</a:t>
              </a:r>
            </a:p>
          </p:txBody>
        </p:sp>
        <p:grpSp>
          <p:nvGrpSpPr>
            <p:cNvPr id="4" name="مجموعة 3">
              <a:extLst>
                <a:ext uri="{FF2B5EF4-FFF2-40B4-BE49-F238E27FC236}">
                  <a16:creationId xmlns:a16="http://schemas.microsoft.com/office/drawing/2014/main" id="{930C673E-834E-9213-4C30-7C743C6CA80E}"/>
                </a:ext>
              </a:extLst>
            </p:cNvPr>
            <p:cNvGrpSpPr/>
            <p:nvPr/>
          </p:nvGrpSpPr>
          <p:grpSpPr>
            <a:xfrm>
              <a:off x="6857093" y="4431186"/>
              <a:ext cx="11375586" cy="4918928"/>
              <a:chOff x="6857093" y="4431186"/>
              <a:chExt cx="11375586" cy="4918928"/>
            </a:xfrm>
          </p:grpSpPr>
          <p:sp>
            <p:nvSpPr>
              <p:cNvPr id="17" name="TextBox 6">
                <a:extLst>
                  <a:ext uri="{FF2B5EF4-FFF2-40B4-BE49-F238E27FC236}">
                    <a16:creationId xmlns:a16="http://schemas.microsoft.com/office/drawing/2014/main" id="{79B11FFD-AF79-A826-4E45-6BF3CCD0D372}"/>
                  </a:ext>
                </a:extLst>
              </p:cNvPr>
              <p:cNvSpPr txBox="1"/>
              <p:nvPr/>
            </p:nvSpPr>
            <p:spPr>
              <a:xfrm>
                <a:off x="9446090" y="7302418"/>
                <a:ext cx="5065127" cy="62837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r" rtl="1">
                  <a:lnSpc>
                    <a:spcPts val="4900"/>
                  </a:lnSpc>
                </a:pPr>
                <a:r>
                  <a:rPr lang="ar-SA" sz="3600" dirty="0"/>
                  <a:t>تقليل الخسائر المادية والبشرية</a:t>
                </a:r>
                <a:endParaRPr lang="ar-EG" sz="3500" b="1" dirty="0">
                  <a:solidFill>
                    <a:srgbClr val="414042"/>
                  </a:solidFill>
                  <a:latin typeface="Vazir Medium"/>
                  <a:ea typeface="Vazir Medium"/>
                  <a:cs typeface="Vazir Medium"/>
                  <a:sym typeface="Vazir Medium"/>
                  <a:rtl/>
                </a:endParaRPr>
              </a:p>
            </p:txBody>
          </p:sp>
          <p:sp>
            <p:nvSpPr>
              <p:cNvPr id="18" name="TextBox 6">
                <a:extLst>
                  <a:ext uri="{FF2B5EF4-FFF2-40B4-BE49-F238E27FC236}">
                    <a16:creationId xmlns:a16="http://schemas.microsoft.com/office/drawing/2014/main" id="{E7D6DC52-B2BF-DAFA-021C-F32D8411DF35}"/>
                  </a:ext>
                </a:extLst>
              </p:cNvPr>
              <p:cNvSpPr txBox="1"/>
              <p:nvPr/>
            </p:nvSpPr>
            <p:spPr>
              <a:xfrm>
                <a:off x="10979099" y="6188717"/>
                <a:ext cx="4600774" cy="58953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r" rtl="1">
                  <a:lnSpc>
                    <a:spcPts val="4900"/>
                  </a:lnSpc>
                </a:pPr>
                <a:r>
                  <a:rPr lang="ar-SA" sz="3600" dirty="0"/>
                  <a:t>إرسال تنبيه فوري للنظام</a:t>
                </a:r>
              </a:p>
            </p:txBody>
          </p:sp>
          <p:sp>
            <p:nvSpPr>
              <p:cNvPr id="22" name="TextBox 6">
                <a:extLst>
                  <a:ext uri="{FF2B5EF4-FFF2-40B4-BE49-F238E27FC236}">
                    <a16:creationId xmlns:a16="http://schemas.microsoft.com/office/drawing/2014/main" id="{CE6EF02F-8366-6EA4-C3DA-7137A72298B1}"/>
                  </a:ext>
                </a:extLst>
              </p:cNvPr>
              <p:cNvSpPr txBox="1"/>
              <p:nvPr/>
            </p:nvSpPr>
            <p:spPr>
              <a:xfrm>
                <a:off x="8523881" y="8403144"/>
                <a:ext cx="4755605" cy="59939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r" rtl="1">
                  <a:lnSpc>
                    <a:spcPts val="4900"/>
                  </a:lnSpc>
                </a:pPr>
                <a:r>
                  <a:rPr lang="ar-SA" sz="3200" dirty="0"/>
                  <a:t>تعزيز مستوى السلامة المنزلية</a:t>
                </a:r>
                <a:endParaRPr lang="ar-EG" sz="3200" b="1" dirty="0">
                  <a:solidFill>
                    <a:srgbClr val="414042"/>
                  </a:solidFill>
                  <a:latin typeface="Vazir Medium"/>
                  <a:ea typeface="Vazir Medium"/>
                  <a:cs typeface="Vazir Medium"/>
                  <a:sym typeface="Vazir Medium"/>
                  <a:rtl/>
                </a:endParaRPr>
              </a:p>
            </p:txBody>
          </p:sp>
          <p:sp>
            <p:nvSpPr>
              <p:cNvPr id="77" name="TextBox 6">
                <a:extLst>
                  <a:ext uri="{FF2B5EF4-FFF2-40B4-BE49-F238E27FC236}">
                    <a16:creationId xmlns:a16="http://schemas.microsoft.com/office/drawing/2014/main" id="{FF8E4342-2B0F-E174-EDFC-9A18F7C0FD48}"/>
                  </a:ext>
                </a:extLst>
              </p:cNvPr>
              <p:cNvSpPr txBox="1"/>
              <p:nvPr/>
            </p:nvSpPr>
            <p:spPr>
              <a:xfrm>
                <a:off x="12535639" y="4431186"/>
                <a:ext cx="3300515" cy="125675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 rtl="1">
                  <a:lnSpc>
                    <a:spcPts val="4900"/>
                  </a:lnSpc>
                </a:pPr>
                <a:r>
                  <a:rPr lang="ar-SA" sz="4000" b="1" dirty="0"/>
                  <a:t>دوره في المشروع:</a:t>
                </a:r>
                <a:endParaRPr lang="ar-EG" sz="3600" b="1" dirty="0">
                  <a:solidFill>
                    <a:srgbClr val="414042"/>
                  </a:solidFill>
                  <a:latin typeface="Vazir Medium"/>
                  <a:ea typeface="Vazir Medium"/>
                  <a:cs typeface="Vazir Medium"/>
                  <a:sym typeface="Vazir Medium"/>
                  <a:rtl/>
                </a:endParaRPr>
              </a:p>
              <a:p>
                <a:pPr algn="ctr" rtl="1">
                  <a:lnSpc>
                    <a:spcPts val="4900"/>
                  </a:lnSpc>
                </a:pPr>
                <a:endParaRPr lang="ar-EG" sz="3500" b="1" dirty="0">
                  <a:solidFill>
                    <a:srgbClr val="414042"/>
                  </a:solidFill>
                  <a:latin typeface="Vazir Medium"/>
                  <a:ea typeface="Vazir Medium"/>
                  <a:cs typeface="Vazir Medium"/>
                  <a:sym typeface="Vazir Medium"/>
                  <a:rtl/>
                </a:endParaRPr>
              </a:p>
            </p:txBody>
          </p:sp>
          <p:grpSp>
            <p:nvGrpSpPr>
              <p:cNvPr id="87" name="مجموعة 86">
                <a:extLst>
                  <a:ext uri="{FF2B5EF4-FFF2-40B4-BE49-F238E27FC236}">
                    <a16:creationId xmlns:a16="http://schemas.microsoft.com/office/drawing/2014/main" id="{769E05A7-BAF0-FF82-0DA9-41C820C591AD}"/>
                  </a:ext>
                </a:extLst>
              </p:cNvPr>
              <p:cNvGrpSpPr/>
              <p:nvPr/>
            </p:nvGrpSpPr>
            <p:grpSpPr>
              <a:xfrm>
                <a:off x="9144000" y="4936266"/>
                <a:ext cx="9088679" cy="397734"/>
                <a:chOff x="9144000" y="4936266"/>
                <a:chExt cx="9088679" cy="397734"/>
              </a:xfrm>
            </p:grpSpPr>
            <p:cxnSp>
              <p:nvCxnSpPr>
                <p:cNvPr id="27" name="رابط مستقيم 26">
                  <a:extLst>
                    <a:ext uri="{FF2B5EF4-FFF2-40B4-BE49-F238E27FC236}">
                      <a16:creationId xmlns:a16="http://schemas.microsoft.com/office/drawing/2014/main" id="{809CF42A-09B4-2F53-808A-0838B0B77B63}"/>
                    </a:ext>
                  </a:extLst>
                </p:cNvPr>
                <p:cNvCxnSpPr>
                  <a:cxnSpLocks/>
                  <a:stCxn id="58" idx="6"/>
                </p:cNvCxnSpPr>
                <p:nvPr/>
              </p:nvCxnSpPr>
              <p:spPr>
                <a:xfrm>
                  <a:off x="9469679" y="5126766"/>
                  <a:ext cx="8437321" cy="16734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8" name="شكل بيضاوي 57">
                  <a:extLst>
                    <a:ext uri="{FF2B5EF4-FFF2-40B4-BE49-F238E27FC236}">
                      <a16:creationId xmlns:a16="http://schemas.microsoft.com/office/drawing/2014/main" id="{AF5B819E-4E42-6D7F-3A51-6A7008AB500A}"/>
                    </a:ext>
                  </a:extLst>
                </p:cNvPr>
                <p:cNvSpPr/>
                <p:nvPr/>
              </p:nvSpPr>
              <p:spPr>
                <a:xfrm>
                  <a:off x="9144000" y="4936266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sp>
              <p:nvSpPr>
                <p:cNvPr id="78" name="شكل بيضاوي 77">
                  <a:extLst>
                    <a:ext uri="{FF2B5EF4-FFF2-40B4-BE49-F238E27FC236}">
                      <a16:creationId xmlns:a16="http://schemas.microsoft.com/office/drawing/2014/main" id="{5757F0A5-4A5F-04F7-9C09-57A3315B7C56}"/>
                    </a:ext>
                  </a:extLst>
                </p:cNvPr>
                <p:cNvSpPr/>
                <p:nvPr/>
              </p:nvSpPr>
              <p:spPr>
                <a:xfrm>
                  <a:off x="17907000" y="4953000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</p:grpSp>
          <p:grpSp>
            <p:nvGrpSpPr>
              <p:cNvPr id="86" name="مجموعة 85">
                <a:extLst>
                  <a:ext uri="{FF2B5EF4-FFF2-40B4-BE49-F238E27FC236}">
                    <a16:creationId xmlns:a16="http://schemas.microsoft.com/office/drawing/2014/main" id="{99BE1454-7CCB-FA31-DA0D-D3BEB5857089}"/>
                  </a:ext>
                </a:extLst>
              </p:cNvPr>
              <p:cNvGrpSpPr/>
              <p:nvPr/>
            </p:nvGrpSpPr>
            <p:grpSpPr>
              <a:xfrm>
                <a:off x="8030005" y="5943600"/>
                <a:ext cx="9745474" cy="1432539"/>
                <a:chOff x="8030005" y="5943600"/>
                <a:chExt cx="9745474" cy="1432539"/>
              </a:xfrm>
            </p:grpSpPr>
            <p:cxnSp>
              <p:nvCxnSpPr>
                <p:cNvPr id="26" name="رابط مستقيم 25">
                  <a:extLst>
                    <a:ext uri="{FF2B5EF4-FFF2-40B4-BE49-F238E27FC236}">
                      <a16:creationId xmlns:a16="http://schemas.microsoft.com/office/drawing/2014/main" id="{B34DBEF8-7E00-2F8E-5E06-684B09636FE8}"/>
                    </a:ext>
                  </a:extLst>
                </p:cNvPr>
                <p:cNvCxnSpPr>
                  <a:cxnSpLocks/>
                  <a:endCxn id="79" idx="2"/>
                </p:cNvCxnSpPr>
                <p:nvPr/>
              </p:nvCxnSpPr>
              <p:spPr>
                <a:xfrm>
                  <a:off x="8839200" y="6170726"/>
                  <a:ext cx="8610600" cy="17991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59" name="شكل بيضاوي 58">
                  <a:extLst>
                    <a:ext uri="{FF2B5EF4-FFF2-40B4-BE49-F238E27FC236}">
                      <a16:creationId xmlns:a16="http://schemas.microsoft.com/office/drawing/2014/main" id="{14C77122-6CCD-5443-0D48-9283DBB1462D}"/>
                    </a:ext>
                  </a:extLst>
                </p:cNvPr>
                <p:cNvSpPr/>
                <p:nvPr/>
              </p:nvSpPr>
              <p:spPr>
                <a:xfrm>
                  <a:off x="8609161" y="5943600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sp>
              <p:nvSpPr>
                <p:cNvPr id="79" name="شكل بيضاوي 78">
                  <a:extLst>
                    <a:ext uri="{FF2B5EF4-FFF2-40B4-BE49-F238E27FC236}">
                      <a16:creationId xmlns:a16="http://schemas.microsoft.com/office/drawing/2014/main" id="{3B6D2D19-0F97-0E40-D2D1-3F507CF8AADB}"/>
                    </a:ext>
                  </a:extLst>
                </p:cNvPr>
                <p:cNvSpPr/>
                <p:nvPr/>
              </p:nvSpPr>
              <p:spPr>
                <a:xfrm>
                  <a:off x="17449800" y="5998217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grpSp>
              <p:nvGrpSpPr>
                <p:cNvPr id="85" name="مجموعة 84">
                  <a:extLst>
                    <a:ext uri="{FF2B5EF4-FFF2-40B4-BE49-F238E27FC236}">
                      <a16:creationId xmlns:a16="http://schemas.microsoft.com/office/drawing/2014/main" id="{1E1D58DC-4CAF-ECD3-330B-9CAFED264F2D}"/>
                    </a:ext>
                  </a:extLst>
                </p:cNvPr>
                <p:cNvGrpSpPr/>
                <p:nvPr/>
              </p:nvGrpSpPr>
              <p:grpSpPr>
                <a:xfrm>
                  <a:off x="8030005" y="6955565"/>
                  <a:ext cx="9070795" cy="420574"/>
                  <a:chOff x="8030005" y="6955565"/>
                  <a:chExt cx="9070795" cy="420574"/>
                </a:xfrm>
              </p:grpSpPr>
              <p:cxnSp>
                <p:nvCxnSpPr>
                  <p:cNvPr id="25" name="رابط مستقيم 24">
                    <a:extLst>
                      <a:ext uri="{FF2B5EF4-FFF2-40B4-BE49-F238E27FC236}">
                        <a16:creationId xmlns:a16="http://schemas.microsoft.com/office/drawing/2014/main" id="{C5EFA187-20E5-1379-CF79-0F309355B727}"/>
                      </a:ext>
                    </a:extLst>
                  </p:cNvPr>
                  <p:cNvCxnSpPr>
                    <a:cxnSpLocks/>
                    <a:stCxn id="60" idx="6"/>
                  </p:cNvCxnSpPr>
                  <p:nvPr/>
                </p:nvCxnSpPr>
                <p:spPr>
                  <a:xfrm>
                    <a:off x="8355684" y="7146065"/>
                    <a:ext cx="8359911" cy="39574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" name="شكل بيضاوي 59">
                    <a:extLst>
                      <a:ext uri="{FF2B5EF4-FFF2-40B4-BE49-F238E27FC236}">
                        <a16:creationId xmlns:a16="http://schemas.microsoft.com/office/drawing/2014/main" id="{F3A779A6-16C5-B4E5-E406-F25984B83CB9}"/>
                      </a:ext>
                    </a:extLst>
                  </p:cNvPr>
                  <p:cNvSpPr/>
                  <p:nvPr/>
                </p:nvSpPr>
                <p:spPr>
                  <a:xfrm>
                    <a:off x="8030005" y="6955565"/>
                    <a:ext cx="325679" cy="381000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SA" dirty="0"/>
                  </a:p>
                </p:txBody>
              </p:sp>
              <p:sp>
                <p:nvSpPr>
                  <p:cNvPr id="80" name="شكل بيضاوي 79">
                    <a:extLst>
                      <a:ext uri="{FF2B5EF4-FFF2-40B4-BE49-F238E27FC236}">
                        <a16:creationId xmlns:a16="http://schemas.microsoft.com/office/drawing/2014/main" id="{40CBDD66-0ECE-3CEA-2072-7BE7C214FFC5}"/>
                      </a:ext>
                    </a:extLst>
                  </p:cNvPr>
                  <p:cNvSpPr/>
                  <p:nvPr/>
                </p:nvSpPr>
                <p:spPr>
                  <a:xfrm>
                    <a:off x="16775121" y="6995139"/>
                    <a:ext cx="325679" cy="381000"/>
                  </a:xfrm>
                  <a:prstGeom prst="ellipse">
                    <a:avLst/>
                  </a:prstGeom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1" anchor="ctr"/>
                  <a:lstStyle/>
                  <a:p>
                    <a:pPr algn="ctr"/>
                    <a:endParaRPr lang="ar-SA" dirty="0"/>
                  </a:p>
                </p:txBody>
              </p:sp>
            </p:grpSp>
          </p:grpSp>
          <p:grpSp>
            <p:nvGrpSpPr>
              <p:cNvPr id="84" name="مجموعة 83">
                <a:extLst>
                  <a:ext uri="{FF2B5EF4-FFF2-40B4-BE49-F238E27FC236}">
                    <a16:creationId xmlns:a16="http://schemas.microsoft.com/office/drawing/2014/main" id="{0325999A-C24E-580A-9AF7-6651408AD3BC}"/>
                  </a:ext>
                </a:extLst>
              </p:cNvPr>
              <p:cNvGrpSpPr/>
              <p:nvPr/>
            </p:nvGrpSpPr>
            <p:grpSpPr>
              <a:xfrm>
                <a:off x="7431194" y="7984044"/>
                <a:ext cx="9104048" cy="404060"/>
                <a:chOff x="7431194" y="7984044"/>
                <a:chExt cx="9104048" cy="404060"/>
              </a:xfrm>
            </p:grpSpPr>
            <p:cxnSp>
              <p:nvCxnSpPr>
                <p:cNvPr id="34" name="رابط مستقيم 33">
                  <a:extLst>
                    <a:ext uri="{FF2B5EF4-FFF2-40B4-BE49-F238E27FC236}">
                      <a16:creationId xmlns:a16="http://schemas.microsoft.com/office/drawing/2014/main" id="{451B3E67-D969-D0D1-AB31-7FAE3F2497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696200" y="8191500"/>
                  <a:ext cx="8676203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1" name="شكل بيضاوي 60">
                  <a:extLst>
                    <a:ext uri="{FF2B5EF4-FFF2-40B4-BE49-F238E27FC236}">
                      <a16:creationId xmlns:a16="http://schemas.microsoft.com/office/drawing/2014/main" id="{2EDB89B9-E3CF-74BE-EA0F-BF759B9D53C8}"/>
                    </a:ext>
                  </a:extLst>
                </p:cNvPr>
                <p:cNvSpPr/>
                <p:nvPr/>
              </p:nvSpPr>
              <p:spPr>
                <a:xfrm>
                  <a:off x="7431194" y="7984044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sp>
              <p:nvSpPr>
                <p:cNvPr id="81" name="شكل بيضاوي 80">
                  <a:extLst>
                    <a:ext uri="{FF2B5EF4-FFF2-40B4-BE49-F238E27FC236}">
                      <a16:creationId xmlns:a16="http://schemas.microsoft.com/office/drawing/2014/main" id="{89CEBB45-0B70-84E7-A63D-1D1C26A149E7}"/>
                    </a:ext>
                  </a:extLst>
                </p:cNvPr>
                <p:cNvSpPr/>
                <p:nvPr/>
              </p:nvSpPr>
              <p:spPr>
                <a:xfrm>
                  <a:off x="16209563" y="8007104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</p:grpSp>
          <p:grpSp>
            <p:nvGrpSpPr>
              <p:cNvPr id="83" name="مجموعة 82">
                <a:extLst>
                  <a:ext uri="{FF2B5EF4-FFF2-40B4-BE49-F238E27FC236}">
                    <a16:creationId xmlns:a16="http://schemas.microsoft.com/office/drawing/2014/main" id="{E267BE6F-8552-0621-2C74-D3E1DDF5CFF9}"/>
                  </a:ext>
                </a:extLst>
              </p:cNvPr>
              <p:cNvGrpSpPr/>
              <p:nvPr/>
            </p:nvGrpSpPr>
            <p:grpSpPr>
              <a:xfrm>
                <a:off x="6857093" y="8969114"/>
                <a:ext cx="8979061" cy="381000"/>
                <a:chOff x="6857093" y="8969114"/>
                <a:chExt cx="8979061" cy="381000"/>
              </a:xfrm>
            </p:grpSpPr>
            <p:cxnSp>
              <p:nvCxnSpPr>
                <p:cNvPr id="33" name="رابط مستقيم 32">
                  <a:extLst>
                    <a:ext uri="{FF2B5EF4-FFF2-40B4-BE49-F238E27FC236}">
                      <a16:creationId xmlns:a16="http://schemas.microsoft.com/office/drawing/2014/main" id="{04A45BAD-E0E2-5E40-E8F5-294B7E177D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19934" y="9182100"/>
                  <a:ext cx="8442378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62" name="شكل بيضاوي 61">
                  <a:extLst>
                    <a:ext uri="{FF2B5EF4-FFF2-40B4-BE49-F238E27FC236}">
                      <a16:creationId xmlns:a16="http://schemas.microsoft.com/office/drawing/2014/main" id="{CA73C39A-B514-8EC0-FFDA-3884DC0ED561}"/>
                    </a:ext>
                  </a:extLst>
                </p:cNvPr>
                <p:cNvSpPr/>
                <p:nvPr/>
              </p:nvSpPr>
              <p:spPr>
                <a:xfrm>
                  <a:off x="6857093" y="8969114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  <p:sp>
              <p:nvSpPr>
                <p:cNvPr id="82" name="شكل بيضاوي 81">
                  <a:extLst>
                    <a:ext uri="{FF2B5EF4-FFF2-40B4-BE49-F238E27FC236}">
                      <a16:creationId xmlns:a16="http://schemas.microsoft.com/office/drawing/2014/main" id="{AA44B915-4AD4-9BA4-A400-10CEE73DA4F8}"/>
                    </a:ext>
                  </a:extLst>
                </p:cNvPr>
                <p:cNvSpPr/>
                <p:nvPr/>
              </p:nvSpPr>
              <p:spPr>
                <a:xfrm>
                  <a:off x="15510475" y="8969114"/>
                  <a:ext cx="325679" cy="381000"/>
                </a:xfrm>
                <a:prstGeom prst="ellipse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ar-SA" dirty="0"/>
                </a:p>
              </p:txBody>
            </p:sp>
          </p:grpSp>
        </p:grpSp>
      </p:grpSp>
      <p:grpSp>
        <p:nvGrpSpPr>
          <p:cNvPr id="99" name="مجموعة 98">
            <a:extLst>
              <a:ext uri="{FF2B5EF4-FFF2-40B4-BE49-F238E27FC236}">
                <a16:creationId xmlns:a16="http://schemas.microsoft.com/office/drawing/2014/main" id="{86CA8049-93C4-10E7-41C9-369D5D37A7DD}"/>
              </a:ext>
            </a:extLst>
          </p:cNvPr>
          <p:cNvGrpSpPr/>
          <p:nvPr/>
        </p:nvGrpSpPr>
        <p:grpSpPr>
          <a:xfrm>
            <a:off x="387347" y="277733"/>
            <a:ext cx="7619286" cy="797704"/>
            <a:chOff x="8268709" y="840990"/>
            <a:chExt cx="6114223" cy="797704"/>
          </a:xfrm>
        </p:grpSpPr>
        <p:grpSp>
          <p:nvGrpSpPr>
            <p:cNvPr id="100" name="Group 2">
              <a:extLst>
                <a:ext uri="{FF2B5EF4-FFF2-40B4-BE49-F238E27FC236}">
                  <a16:creationId xmlns:a16="http://schemas.microsoft.com/office/drawing/2014/main" id="{25F4FF52-7D49-264F-3DF5-49A21727024C}"/>
                </a:ext>
              </a:extLst>
            </p:cNvPr>
            <p:cNvGrpSpPr/>
            <p:nvPr/>
          </p:nvGrpSpPr>
          <p:grpSpPr>
            <a:xfrm>
              <a:off x="8268709" y="840990"/>
              <a:ext cx="6114223" cy="797704"/>
              <a:chOff x="-831049" y="-6891218"/>
              <a:chExt cx="4934363" cy="1217719"/>
            </a:xfrm>
          </p:grpSpPr>
          <p:sp>
            <p:nvSpPr>
              <p:cNvPr id="102" name="Freeform 3">
                <a:extLst>
                  <a:ext uri="{FF2B5EF4-FFF2-40B4-BE49-F238E27FC236}">
                    <a16:creationId xmlns:a16="http://schemas.microsoft.com/office/drawing/2014/main" id="{48CD2526-BBAE-750F-0B1B-CCFAC1E579D8}"/>
                  </a:ext>
                </a:extLst>
              </p:cNvPr>
              <p:cNvSpPr/>
              <p:nvPr/>
            </p:nvSpPr>
            <p:spPr>
              <a:xfrm flipH="1">
                <a:off x="-831049" y="-6891218"/>
                <a:ext cx="4934363" cy="1217719"/>
              </a:xfrm>
              <a:custGeom>
                <a:avLst/>
                <a:gdLst/>
                <a:ahLst/>
                <a:cxnLst/>
                <a:rect l="l" t="t" r="r" b="b"/>
                <a:pathLst>
                  <a:path w="5837538" h="6709559">
                    <a:moveTo>
                      <a:pt x="304800" y="0"/>
                    </a:moveTo>
                    <a:lnTo>
                      <a:pt x="5532738" y="0"/>
                    </a:lnTo>
                    <a:cubicBezTo>
                      <a:pt x="5701648" y="0"/>
                      <a:pt x="5837538" y="135890"/>
                      <a:pt x="5837538" y="304800"/>
                    </a:cubicBezTo>
                    <a:lnTo>
                      <a:pt x="5837538" y="6404758"/>
                    </a:lnTo>
                    <a:cubicBezTo>
                      <a:pt x="5837538" y="6573669"/>
                      <a:pt x="5701648" y="6709559"/>
                      <a:pt x="5532738" y="6709559"/>
                    </a:cubicBezTo>
                    <a:lnTo>
                      <a:pt x="304800" y="6709559"/>
                    </a:lnTo>
                    <a:cubicBezTo>
                      <a:pt x="135890" y="6709559"/>
                      <a:pt x="0" y="6573669"/>
                      <a:pt x="0" y="6404758"/>
                    </a:cubicBezTo>
                    <a:lnTo>
                      <a:pt x="0" y="304800"/>
                    </a:lnTo>
                    <a:cubicBezTo>
                      <a:pt x="0" y="135890"/>
                      <a:pt x="135890" y="0"/>
                      <a:pt x="304800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sp>
        </p:grpSp>
        <p:sp>
          <p:nvSpPr>
            <p:cNvPr id="101" name="TextBox 6">
              <a:extLst>
                <a:ext uri="{FF2B5EF4-FFF2-40B4-BE49-F238E27FC236}">
                  <a16:creationId xmlns:a16="http://schemas.microsoft.com/office/drawing/2014/main" id="{EE3AB687-9390-9DBF-1693-02169502AC17}"/>
                </a:ext>
              </a:extLst>
            </p:cNvPr>
            <p:cNvSpPr txBox="1"/>
            <p:nvPr/>
          </p:nvSpPr>
          <p:spPr>
            <a:xfrm>
              <a:off x="8362290" y="933748"/>
              <a:ext cx="5929446" cy="62837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r" rtl="1">
                <a:lnSpc>
                  <a:spcPts val="4900"/>
                </a:lnSpc>
              </a:pPr>
              <a:r>
                <a:rPr lang="ar-SA" sz="4000" dirty="0"/>
                <a:t>تنفيذ حركة ميكانيكية دقيقة بزوايا محددة</a:t>
              </a:r>
              <a:endParaRPr lang="ar-EG" sz="4000" b="1" dirty="0">
                <a:solidFill>
                  <a:srgbClr val="414042"/>
                </a:solidFill>
                <a:latin typeface="Vazir Medium"/>
                <a:ea typeface="Vazir Medium"/>
                <a:cs typeface="Vazir Medium"/>
                <a:sym typeface="Vazir Medium"/>
                <a:rtl/>
              </a:endParaRPr>
            </a:p>
          </p:txBody>
        </p:sp>
      </p:grpSp>
      <p:sp>
        <p:nvSpPr>
          <p:cNvPr id="7" name="وسيلة الشرح: خط منحني مزدوج 6">
            <a:extLst>
              <a:ext uri="{FF2B5EF4-FFF2-40B4-BE49-F238E27FC236}">
                <a16:creationId xmlns:a16="http://schemas.microsoft.com/office/drawing/2014/main" id="{FDC29D56-AF66-B5BD-5F76-9CE9992CB33C}"/>
              </a:ext>
            </a:extLst>
          </p:cNvPr>
          <p:cNvSpPr/>
          <p:nvPr/>
        </p:nvSpPr>
        <p:spPr>
          <a:xfrm>
            <a:off x="13792200" y="1075437"/>
            <a:ext cx="4343400" cy="1828801"/>
          </a:xfrm>
          <a:prstGeom prst="borderCallout3">
            <a:avLst>
              <a:gd name="adj1" fmla="val 39668"/>
              <a:gd name="adj2" fmla="val -473"/>
              <a:gd name="adj3" fmla="val 43042"/>
              <a:gd name="adj4" fmla="val -28629"/>
              <a:gd name="adj5" fmla="val 119973"/>
              <a:gd name="adj6" fmla="val -30064"/>
              <a:gd name="adj7" fmla="val 166066"/>
              <a:gd name="adj8" fmla="val 55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ar-SA" sz="5400" b="1" dirty="0"/>
              <a:t>محرك السيرفو</a:t>
            </a:r>
          </a:p>
          <a:p>
            <a:pPr algn="ctr" rtl="1"/>
            <a:r>
              <a:rPr lang="en-US" sz="5400" b="1" dirty="0"/>
              <a:t>(Servo Motor)</a:t>
            </a:r>
            <a:endParaRPr lang="ar-EG" sz="6000" b="1" dirty="0">
              <a:solidFill>
                <a:srgbClr val="222A9B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D52D8639-08BC-1CE0-ECFB-146AE3749197}"/>
              </a:ext>
            </a:extLst>
          </p:cNvPr>
          <p:cNvSpPr txBox="1"/>
          <p:nvPr/>
        </p:nvSpPr>
        <p:spPr>
          <a:xfrm>
            <a:off x="8885307" y="550595"/>
            <a:ext cx="1635170" cy="61555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4000" b="1" dirty="0"/>
              <a:t>الوظيفة</a:t>
            </a:r>
            <a:endParaRPr lang="ar-SA" sz="7200" b="1" dirty="0">
              <a:effectLst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D8673CD3-F8C3-5C0B-0C8D-0B3B7ACD676B}"/>
              </a:ext>
            </a:extLst>
          </p:cNvPr>
          <p:cNvSpPr txBox="1"/>
          <p:nvPr/>
        </p:nvSpPr>
        <p:spPr>
          <a:xfrm>
            <a:off x="8082646" y="2407711"/>
            <a:ext cx="3880754" cy="62837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4000" b="1" dirty="0"/>
              <a:t>دوره في المشروع:</a:t>
            </a:r>
            <a:endParaRPr lang="ar-EG" sz="40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</p:spTree>
    <p:extLst>
      <p:ext uri="{BB962C8B-B14F-4D97-AF65-F5344CB8AC3E}">
        <p14:creationId xmlns:p14="http://schemas.microsoft.com/office/powerpoint/2010/main" val="3575044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737AA-01F0-334C-6524-08A1CC257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6">
            <a:extLst>
              <a:ext uri="{FF2B5EF4-FFF2-40B4-BE49-F238E27FC236}">
                <a16:creationId xmlns:a16="http://schemas.microsoft.com/office/drawing/2014/main" id="{98FA7F98-8FF8-36A5-5FFA-5E88DD5AC1B3}"/>
              </a:ext>
            </a:extLst>
          </p:cNvPr>
          <p:cNvSpPr txBox="1"/>
          <p:nvPr/>
        </p:nvSpPr>
        <p:spPr>
          <a:xfrm>
            <a:off x="9490839" y="5334910"/>
            <a:ext cx="7808327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/>
            <a:r>
              <a:rPr lang="ar-SA" sz="3600" dirty="0"/>
              <a:t>التطبيق التحقق من هوية المستخدم</a:t>
            </a:r>
            <a:endParaRPr lang="ar-SA" sz="6000" dirty="0">
              <a:effectLst/>
            </a:endParaRPr>
          </a:p>
        </p:txBody>
      </p:sp>
      <p:sp>
        <p:nvSpPr>
          <p:cNvPr id="17" name="TextBox 6">
            <a:extLst>
              <a:ext uri="{FF2B5EF4-FFF2-40B4-BE49-F238E27FC236}">
                <a16:creationId xmlns:a16="http://schemas.microsoft.com/office/drawing/2014/main" id="{03FAA901-14FC-E879-C39A-77DACEBA7FA6}"/>
              </a:ext>
            </a:extLst>
          </p:cNvPr>
          <p:cNvSpPr txBox="1"/>
          <p:nvPr/>
        </p:nvSpPr>
        <p:spPr>
          <a:xfrm>
            <a:off x="9446090" y="7302418"/>
            <a:ext cx="5065127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600" dirty="0"/>
              <a:t>رفع مستوى أمن المنزل</a:t>
            </a:r>
            <a:endParaRPr lang="ar-EG" sz="35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5D93CCE6-1821-4363-28B8-80DAB3054781}"/>
              </a:ext>
            </a:extLst>
          </p:cNvPr>
          <p:cNvSpPr txBox="1"/>
          <p:nvPr/>
        </p:nvSpPr>
        <p:spPr>
          <a:xfrm>
            <a:off x="10979098" y="6188717"/>
            <a:ext cx="5470343" cy="576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4900"/>
              </a:lnSpc>
            </a:pPr>
            <a:r>
              <a:rPr lang="ar-SA" sz="3600" dirty="0"/>
              <a:t>السماح بالدخول للمصرح لهم فقط</a:t>
            </a:r>
          </a:p>
        </p:txBody>
      </p:sp>
      <p:sp>
        <p:nvSpPr>
          <p:cNvPr id="20" name="شكل بيضاوي 19">
            <a:extLst>
              <a:ext uri="{FF2B5EF4-FFF2-40B4-BE49-F238E27FC236}">
                <a16:creationId xmlns:a16="http://schemas.microsoft.com/office/drawing/2014/main" id="{0F8B4052-5C29-2ECC-1730-C23C70B5AD56}"/>
              </a:ext>
            </a:extLst>
          </p:cNvPr>
          <p:cNvSpPr/>
          <p:nvPr/>
        </p:nvSpPr>
        <p:spPr>
          <a:xfrm>
            <a:off x="61190" y="3943136"/>
            <a:ext cx="6358835" cy="5643914"/>
          </a:xfrm>
          <a:prstGeom prst="ellipse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28575">
            <a:solidFill>
              <a:schemeClr val="tx1"/>
            </a:soli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1F548C97-96DD-7912-11E1-876BC9E66B34}"/>
              </a:ext>
            </a:extLst>
          </p:cNvPr>
          <p:cNvGrpSpPr/>
          <p:nvPr/>
        </p:nvGrpSpPr>
        <p:grpSpPr>
          <a:xfrm>
            <a:off x="9630400" y="2013561"/>
            <a:ext cx="7619287" cy="1369539"/>
            <a:chOff x="-535821" y="-6624031"/>
            <a:chExt cx="4664960" cy="274705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F1EC7D2-F677-C075-2B7B-9B2307B7AC72}"/>
                </a:ext>
              </a:extLst>
            </p:cNvPr>
            <p:cNvSpPr/>
            <p:nvPr/>
          </p:nvSpPr>
          <p:spPr>
            <a:xfrm flipH="1">
              <a:off x="-535821" y="-6624031"/>
              <a:ext cx="4664960" cy="2747054"/>
            </a:xfrm>
            <a:custGeom>
              <a:avLst/>
              <a:gdLst/>
              <a:ahLst/>
              <a:cxnLst/>
              <a:rect l="l" t="t" r="r" b="b"/>
              <a:pathLst>
                <a:path w="5837538" h="6709559">
                  <a:moveTo>
                    <a:pt x="304800" y="0"/>
                  </a:moveTo>
                  <a:lnTo>
                    <a:pt x="5532738" y="0"/>
                  </a:lnTo>
                  <a:cubicBezTo>
                    <a:pt x="5701648" y="0"/>
                    <a:pt x="5837538" y="135890"/>
                    <a:pt x="5837538" y="304800"/>
                  </a:cubicBezTo>
                  <a:lnTo>
                    <a:pt x="5837538" y="6404758"/>
                  </a:lnTo>
                  <a:cubicBezTo>
                    <a:pt x="5837538" y="6573669"/>
                    <a:pt x="5701648" y="6709559"/>
                    <a:pt x="5532738" y="6709559"/>
                  </a:cubicBezTo>
                  <a:lnTo>
                    <a:pt x="304800" y="6709559"/>
                  </a:lnTo>
                  <a:cubicBezTo>
                    <a:pt x="135890" y="6709559"/>
                    <a:pt x="0" y="6573669"/>
                    <a:pt x="0" y="6404758"/>
                  </a:cubicBezTo>
                  <a:lnTo>
                    <a:pt x="0" y="304800"/>
                  </a:lnTo>
                  <a:cubicBezTo>
                    <a:pt x="0" y="135890"/>
                    <a:pt x="135890" y="0"/>
                    <a:pt x="304800" y="0"/>
                  </a:cubicBezTo>
                  <a:close/>
                </a:path>
              </a:pathLst>
            </a:custGeom>
            <a:solidFill>
              <a:srgbClr val="F1F1F1"/>
            </a:solidFill>
            <a:ln>
              <a:solidFill>
                <a:schemeClr val="tx1"/>
              </a:solidFill>
            </a:ln>
          </p:spPr>
          <p:txBody>
            <a:bodyPr/>
            <a:lstStyle/>
            <a:p>
              <a:pPr algn="r" rtl="1">
                <a:lnSpc>
                  <a:spcPts val="4900"/>
                </a:lnSpc>
              </a:pPr>
              <a:r>
                <a:rPr lang="ar-SA" sz="3600" b="1" dirty="0"/>
                <a:t>آلية العمل:</a:t>
              </a:r>
              <a:r>
                <a:rPr lang="ar-SA" sz="3600" dirty="0"/>
                <a:t> قراءة المعرف الفريد للبطاقة ومقارنته بالقيم المخزنة</a:t>
              </a:r>
              <a:endParaRPr lang="ar-EG" sz="3500" b="1" dirty="0">
                <a:solidFill>
                  <a:srgbClr val="414042"/>
                </a:solidFill>
                <a:latin typeface="Vazir Medium"/>
                <a:ea typeface="Vazir Medium"/>
                <a:cs typeface="Vazir Medium"/>
                <a:sym typeface="Vazir Medium"/>
                <a:rtl/>
              </a:endParaRPr>
            </a:p>
            <a:p>
              <a:endParaRPr lang="ar-SA" dirty="0"/>
            </a:p>
          </p:txBody>
        </p:sp>
      </p:grpSp>
      <p:sp>
        <p:nvSpPr>
          <p:cNvPr id="77" name="TextBox 6">
            <a:extLst>
              <a:ext uri="{FF2B5EF4-FFF2-40B4-BE49-F238E27FC236}">
                <a16:creationId xmlns:a16="http://schemas.microsoft.com/office/drawing/2014/main" id="{2386C733-B669-538F-6A9C-8746ED40EF6D}"/>
              </a:ext>
            </a:extLst>
          </p:cNvPr>
          <p:cNvSpPr txBox="1"/>
          <p:nvPr/>
        </p:nvSpPr>
        <p:spPr>
          <a:xfrm>
            <a:off x="12535639" y="4431186"/>
            <a:ext cx="3300515" cy="628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rtl="1">
              <a:lnSpc>
                <a:spcPts val="4900"/>
              </a:lnSpc>
            </a:pPr>
            <a:r>
              <a:rPr lang="ar-SA" sz="3600" b="1" dirty="0"/>
              <a:t>الاستخدامات</a:t>
            </a:r>
            <a:endParaRPr lang="ar-EG" sz="3500" b="1" dirty="0">
              <a:solidFill>
                <a:srgbClr val="414042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</p:txBody>
      </p:sp>
      <p:grpSp>
        <p:nvGrpSpPr>
          <p:cNvPr id="87" name="مجموعة 86">
            <a:extLst>
              <a:ext uri="{FF2B5EF4-FFF2-40B4-BE49-F238E27FC236}">
                <a16:creationId xmlns:a16="http://schemas.microsoft.com/office/drawing/2014/main" id="{140CFCD2-B84E-DE1A-43C2-994EC32645F5}"/>
              </a:ext>
            </a:extLst>
          </p:cNvPr>
          <p:cNvGrpSpPr/>
          <p:nvPr/>
        </p:nvGrpSpPr>
        <p:grpSpPr>
          <a:xfrm>
            <a:off x="9144000" y="4936266"/>
            <a:ext cx="9088679" cy="397734"/>
            <a:chOff x="9144000" y="4936266"/>
            <a:chExt cx="9088679" cy="397734"/>
          </a:xfrm>
        </p:grpSpPr>
        <p:cxnSp>
          <p:nvCxnSpPr>
            <p:cNvPr id="27" name="رابط مستقيم 26">
              <a:extLst>
                <a:ext uri="{FF2B5EF4-FFF2-40B4-BE49-F238E27FC236}">
                  <a16:creationId xmlns:a16="http://schemas.microsoft.com/office/drawing/2014/main" id="{8C7EAB6F-04A4-F74E-C1AE-1D09D0467DC9}"/>
                </a:ext>
              </a:extLst>
            </p:cNvPr>
            <p:cNvCxnSpPr>
              <a:cxnSpLocks/>
              <a:stCxn id="58" idx="6"/>
            </p:cNvCxnSpPr>
            <p:nvPr/>
          </p:nvCxnSpPr>
          <p:spPr>
            <a:xfrm>
              <a:off x="9469679" y="5126766"/>
              <a:ext cx="8437321" cy="16734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شكل بيضاوي 57">
              <a:extLst>
                <a:ext uri="{FF2B5EF4-FFF2-40B4-BE49-F238E27FC236}">
                  <a16:creationId xmlns:a16="http://schemas.microsoft.com/office/drawing/2014/main" id="{B94904EB-91BD-C45D-C95B-EA72691EF15C}"/>
                </a:ext>
              </a:extLst>
            </p:cNvPr>
            <p:cNvSpPr/>
            <p:nvPr/>
          </p:nvSpPr>
          <p:spPr>
            <a:xfrm>
              <a:off x="9144000" y="4936266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78" name="شكل بيضاوي 77">
              <a:extLst>
                <a:ext uri="{FF2B5EF4-FFF2-40B4-BE49-F238E27FC236}">
                  <a16:creationId xmlns:a16="http://schemas.microsoft.com/office/drawing/2014/main" id="{EB30F0E3-3E4F-86EA-FE15-7094F638710F}"/>
                </a:ext>
              </a:extLst>
            </p:cNvPr>
            <p:cNvSpPr/>
            <p:nvPr/>
          </p:nvSpPr>
          <p:spPr>
            <a:xfrm>
              <a:off x="17907000" y="4953000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grpSp>
        <p:nvGrpSpPr>
          <p:cNvPr id="86" name="مجموعة 85">
            <a:extLst>
              <a:ext uri="{FF2B5EF4-FFF2-40B4-BE49-F238E27FC236}">
                <a16:creationId xmlns:a16="http://schemas.microsoft.com/office/drawing/2014/main" id="{0F745A3A-7B66-BEAE-C3F4-54507DFEB0D8}"/>
              </a:ext>
            </a:extLst>
          </p:cNvPr>
          <p:cNvGrpSpPr/>
          <p:nvPr/>
        </p:nvGrpSpPr>
        <p:grpSpPr>
          <a:xfrm>
            <a:off x="8030005" y="5943600"/>
            <a:ext cx="9745474" cy="1432539"/>
            <a:chOff x="8030005" y="5943600"/>
            <a:chExt cx="9745474" cy="1432539"/>
          </a:xfrm>
        </p:grpSpPr>
        <p:cxnSp>
          <p:nvCxnSpPr>
            <p:cNvPr id="26" name="رابط مستقيم 25">
              <a:extLst>
                <a:ext uri="{FF2B5EF4-FFF2-40B4-BE49-F238E27FC236}">
                  <a16:creationId xmlns:a16="http://schemas.microsoft.com/office/drawing/2014/main" id="{540254E7-9160-0E0A-244F-D677F707C4E3}"/>
                </a:ext>
              </a:extLst>
            </p:cNvPr>
            <p:cNvCxnSpPr>
              <a:cxnSpLocks/>
              <a:endCxn id="79" idx="2"/>
            </p:cNvCxnSpPr>
            <p:nvPr/>
          </p:nvCxnSpPr>
          <p:spPr>
            <a:xfrm>
              <a:off x="8839200" y="6170726"/>
              <a:ext cx="8610600" cy="1799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شكل بيضاوي 58">
              <a:extLst>
                <a:ext uri="{FF2B5EF4-FFF2-40B4-BE49-F238E27FC236}">
                  <a16:creationId xmlns:a16="http://schemas.microsoft.com/office/drawing/2014/main" id="{914EC920-6390-C79B-3113-9AAB329916C8}"/>
                </a:ext>
              </a:extLst>
            </p:cNvPr>
            <p:cNvSpPr/>
            <p:nvPr/>
          </p:nvSpPr>
          <p:spPr>
            <a:xfrm>
              <a:off x="8609161" y="5943600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79" name="شكل بيضاوي 78">
              <a:extLst>
                <a:ext uri="{FF2B5EF4-FFF2-40B4-BE49-F238E27FC236}">
                  <a16:creationId xmlns:a16="http://schemas.microsoft.com/office/drawing/2014/main" id="{B5B569BA-C9F8-EEC5-9743-3BE7B4F8C598}"/>
                </a:ext>
              </a:extLst>
            </p:cNvPr>
            <p:cNvSpPr/>
            <p:nvPr/>
          </p:nvSpPr>
          <p:spPr>
            <a:xfrm>
              <a:off x="17449800" y="5998217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grpSp>
          <p:nvGrpSpPr>
            <p:cNvPr id="85" name="مجموعة 84">
              <a:extLst>
                <a:ext uri="{FF2B5EF4-FFF2-40B4-BE49-F238E27FC236}">
                  <a16:creationId xmlns:a16="http://schemas.microsoft.com/office/drawing/2014/main" id="{589003CA-0BFF-3848-C44A-B6AC370DE3AA}"/>
                </a:ext>
              </a:extLst>
            </p:cNvPr>
            <p:cNvGrpSpPr/>
            <p:nvPr/>
          </p:nvGrpSpPr>
          <p:grpSpPr>
            <a:xfrm>
              <a:off x="8030005" y="6955565"/>
              <a:ext cx="9070795" cy="420574"/>
              <a:chOff x="8030005" y="6955565"/>
              <a:chExt cx="9070795" cy="420574"/>
            </a:xfrm>
          </p:grpSpPr>
          <p:cxnSp>
            <p:nvCxnSpPr>
              <p:cNvPr id="25" name="رابط مستقيم 24">
                <a:extLst>
                  <a:ext uri="{FF2B5EF4-FFF2-40B4-BE49-F238E27FC236}">
                    <a16:creationId xmlns:a16="http://schemas.microsoft.com/office/drawing/2014/main" id="{7DE9A416-8C96-DE81-AC91-E6235F828C36}"/>
                  </a:ext>
                </a:extLst>
              </p:cNvPr>
              <p:cNvCxnSpPr>
                <a:cxnSpLocks/>
                <a:stCxn id="60" idx="6"/>
              </p:cNvCxnSpPr>
              <p:nvPr/>
            </p:nvCxnSpPr>
            <p:spPr>
              <a:xfrm>
                <a:off x="8355684" y="7146065"/>
                <a:ext cx="8359911" cy="39574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0" name="شكل بيضاوي 59">
                <a:extLst>
                  <a:ext uri="{FF2B5EF4-FFF2-40B4-BE49-F238E27FC236}">
                    <a16:creationId xmlns:a16="http://schemas.microsoft.com/office/drawing/2014/main" id="{88E7B015-DC6B-4958-382B-0E847ECFF2FD}"/>
                  </a:ext>
                </a:extLst>
              </p:cNvPr>
              <p:cNvSpPr/>
              <p:nvPr/>
            </p:nvSpPr>
            <p:spPr>
              <a:xfrm>
                <a:off x="8030005" y="6955565"/>
                <a:ext cx="325679" cy="381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  <p:sp>
            <p:nvSpPr>
              <p:cNvPr id="80" name="شكل بيضاوي 79">
                <a:extLst>
                  <a:ext uri="{FF2B5EF4-FFF2-40B4-BE49-F238E27FC236}">
                    <a16:creationId xmlns:a16="http://schemas.microsoft.com/office/drawing/2014/main" id="{DC998A19-CC68-4CDD-2511-BC1F1D37BB4D}"/>
                  </a:ext>
                </a:extLst>
              </p:cNvPr>
              <p:cNvSpPr/>
              <p:nvPr/>
            </p:nvSpPr>
            <p:spPr>
              <a:xfrm>
                <a:off x="16775121" y="6995139"/>
                <a:ext cx="325679" cy="381000"/>
              </a:xfrm>
              <a:prstGeom prst="ellipse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ar-SA" dirty="0"/>
              </a:p>
            </p:txBody>
          </p:sp>
        </p:grpSp>
      </p:grpSp>
      <p:grpSp>
        <p:nvGrpSpPr>
          <p:cNvPr id="84" name="مجموعة 83">
            <a:extLst>
              <a:ext uri="{FF2B5EF4-FFF2-40B4-BE49-F238E27FC236}">
                <a16:creationId xmlns:a16="http://schemas.microsoft.com/office/drawing/2014/main" id="{92A88E83-9455-54EF-7C12-FE9D8D9371BD}"/>
              </a:ext>
            </a:extLst>
          </p:cNvPr>
          <p:cNvGrpSpPr/>
          <p:nvPr/>
        </p:nvGrpSpPr>
        <p:grpSpPr>
          <a:xfrm>
            <a:off x="7431194" y="7984044"/>
            <a:ext cx="9104048" cy="404060"/>
            <a:chOff x="7431194" y="7984044"/>
            <a:chExt cx="9104048" cy="404060"/>
          </a:xfrm>
        </p:grpSpPr>
        <p:cxnSp>
          <p:nvCxnSpPr>
            <p:cNvPr id="34" name="رابط مستقيم 33">
              <a:extLst>
                <a:ext uri="{FF2B5EF4-FFF2-40B4-BE49-F238E27FC236}">
                  <a16:creationId xmlns:a16="http://schemas.microsoft.com/office/drawing/2014/main" id="{738243DF-1E12-6BD7-1D53-36B017C3DA0A}"/>
                </a:ext>
              </a:extLst>
            </p:cNvPr>
            <p:cNvCxnSpPr>
              <a:cxnSpLocks/>
            </p:cNvCxnSpPr>
            <p:nvPr/>
          </p:nvCxnSpPr>
          <p:spPr>
            <a:xfrm>
              <a:off x="7696200" y="8191500"/>
              <a:ext cx="867620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شكل بيضاوي 60">
              <a:extLst>
                <a:ext uri="{FF2B5EF4-FFF2-40B4-BE49-F238E27FC236}">
                  <a16:creationId xmlns:a16="http://schemas.microsoft.com/office/drawing/2014/main" id="{3B0CAADE-90D3-6D39-F334-009521BC16DB}"/>
                </a:ext>
              </a:extLst>
            </p:cNvPr>
            <p:cNvSpPr/>
            <p:nvPr/>
          </p:nvSpPr>
          <p:spPr>
            <a:xfrm>
              <a:off x="7431194" y="798404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  <p:sp>
          <p:nvSpPr>
            <p:cNvPr id="81" name="شكل بيضاوي 80">
              <a:extLst>
                <a:ext uri="{FF2B5EF4-FFF2-40B4-BE49-F238E27FC236}">
                  <a16:creationId xmlns:a16="http://schemas.microsoft.com/office/drawing/2014/main" id="{5D48CD14-6687-1010-BE67-A21498EE5A5B}"/>
                </a:ext>
              </a:extLst>
            </p:cNvPr>
            <p:cNvSpPr/>
            <p:nvPr/>
          </p:nvSpPr>
          <p:spPr>
            <a:xfrm>
              <a:off x="16209563" y="8007104"/>
              <a:ext cx="325679" cy="381000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ar-SA" dirty="0"/>
            </a:p>
          </p:txBody>
        </p:sp>
      </p:grpSp>
      <p:sp>
        <p:nvSpPr>
          <p:cNvPr id="92" name="وسيلة الشرح: خط منحني مزدوج مع حد وشريط تمييز 91">
            <a:extLst>
              <a:ext uri="{FF2B5EF4-FFF2-40B4-BE49-F238E27FC236}">
                <a16:creationId xmlns:a16="http://schemas.microsoft.com/office/drawing/2014/main" id="{991AB11A-9B68-2054-EBFE-76B45959F50E}"/>
              </a:ext>
            </a:extLst>
          </p:cNvPr>
          <p:cNvSpPr/>
          <p:nvPr/>
        </p:nvSpPr>
        <p:spPr>
          <a:xfrm>
            <a:off x="1791952" y="525746"/>
            <a:ext cx="5964921" cy="2059937"/>
          </a:xfrm>
          <a:prstGeom prst="accentBorderCallout3">
            <a:avLst>
              <a:gd name="adj1" fmla="val 18750"/>
              <a:gd name="adj2" fmla="val -8333"/>
              <a:gd name="adj3" fmla="val 18750"/>
              <a:gd name="adj4" fmla="val -16667"/>
              <a:gd name="adj5" fmla="val 100000"/>
              <a:gd name="adj6" fmla="val -16667"/>
              <a:gd name="adj7" fmla="val 222900"/>
              <a:gd name="adj8" fmla="val -16233"/>
            </a:avLst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ar-SA" sz="5400" b="1" dirty="0"/>
              <a:t>قارئ البطاقة الذكية (</a:t>
            </a:r>
            <a:r>
              <a:rPr lang="en-US" sz="5400" b="1" dirty="0"/>
              <a:t>RFID – RC522)</a:t>
            </a:r>
            <a:endParaRPr lang="ar-EG" sz="6000" b="1" dirty="0">
              <a:solidFill>
                <a:srgbClr val="222A9B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  <a:p>
            <a:pPr algn="ctr"/>
            <a:endParaRPr lang="ar-SA" dirty="0"/>
          </a:p>
        </p:txBody>
      </p:sp>
      <p:grpSp>
        <p:nvGrpSpPr>
          <p:cNvPr id="99" name="مجموعة 98">
            <a:extLst>
              <a:ext uri="{FF2B5EF4-FFF2-40B4-BE49-F238E27FC236}">
                <a16:creationId xmlns:a16="http://schemas.microsoft.com/office/drawing/2014/main" id="{E9196DE5-45AB-8D18-D28A-DE12949E8F09}"/>
              </a:ext>
            </a:extLst>
          </p:cNvPr>
          <p:cNvGrpSpPr/>
          <p:nvPr/>
        </p:nvGrpSpPr>
        <p:grpSpPr>
          <a:xfrm>
            <a:off x="9342538" y="531763"/>
            <a:ext cx="8564461" cy="797704"/>
            <a:chOff x="8268709" y="840990"/>
            <a:chExt cx="6114223" cy="797704"/>
          </a:xfrm>
        </p:grpSpPr>
        <p:grpSp>
          <p:nvGrpSpPr>
            <p:cNvPr id="100" name="Group 2">
              <a:extLst>
                <a:ext uri="{FF2B5EF4-FFF2-40B4-BE49-F238E27FC236}">
                  <a16:creationId xmlns:a16="http://schemas.microsoft.com/office/drawing/2014/main" id="{92D75535-B13F-DA87-DB4C-1378DEAC6BDC}"/>
                </a:ext>
              </a:extLst>
            </p:cNvPr>
            <p:cNvGrpSpPr/>
            <p:nvPr/>
          </p:nvGrpSpPr>
          <p:grpSpPr>
            <a:xfrm>
              <a:off x="8268709" y="840990"/>
              <a:ext cx="6114223" cy="797704"/>
              <a:chOff x="-831049" y="-6891218"/>
              <a:chExt cx="4934363" cy="1217719"/>
            </a:xfrm>
          </p:grpSpPr>
          <p:sp>
            <p:nvSpPr>
              <p:cNvPr id="102" name="Freeform 3">
                <a:extLst>
                  <a:ext uri="{FF2B5EF4-FFF2-40B4-BE49-F238E27FC236}">
                    <a16:creationId xmlns:a16="http://schemas.microsoft.com/office/drawing/2014/main" id="{2EC52E26-128E-BACD-0FCA-844357D5EDF5}"/>
                  </a:ext>
                </a:extLst>
              </p:cNvPr>
              <p:cNvSpPr/>
              <p:nvPr/>
            </p:nvSpPr>
            <p:spPr>
              <a:xfrm flipH="1">
                <a:off x="-831049" y="-6891218"/>
                <a:ext cx="4934363" cy="1217719"/>
              </a:xfrm>
              <a:custGeom>
                <a:avLst/>
                <a:gdLst/>
                <a:ahLst/>
                <a:cxnLst/>
                <a:rect l="l" t="t" r="r" b="b"/>
                <a:pathLst>
                  <a:path w="5837538" h="6709559">
                    <a:moveTo>
                      <a:pt x="304800" y="0"/>
                    </a:moveTo>
                    <a:lnTo>
                      <a:pt x="5532738" y="0"/>
                    </a:lnTo>
                    <a:cubicBezTo>
                      <a:pt x="5701648" y="0"/>
                      <a:pt x="5837538" y="135890"/>
                      <a:pt x="5837538" y="304800"/>
                    </a:cubicBezTo>
                    <a:lnTo>
                      <a:pt x="5837538" y="6404758"/>
                    </a:lnTo>
                    <a:cubicBezTo>
                      <a:pt x="5837538" y="6573669"/>
                      <a:pt x="5701648" y="6709559"/>
                      <a:pt x="5532738" y="6709559"/>
                    </a:cubicBezTo>
                    <a:lnTo>
                      <a:pt x="304800" y="6709559"/>
                    </a:lnTo>
                    <a:cubicBezTo>
                      <a:pt x="135890" y="6709559"/>
                      <a:pt x="0" y="6573669"/>
                      <a:pt x="0" y="6404758"/>
                    </a:cubicBezTo>
                    <a:lnTo>
                      <a:pt x="0" y="304800"/>
                    </a:lnTo>
                    <a:cubicBezTo>
                      <a:pt x="0" y="135890"/>
                      <a:pt x="135890" y="0"/>
                      <a:pt x="304800" y="0"/>
                    </a:cubicBezTo>
                    <a:close/>
                  </a:path>
                </a:pathLst>
              </a:custGeom>
              <a:ln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</p:sp>
        </p:grpSp>
        <p:sp>
          <p:nvSpPr>
            <p:cNvPr id="101" name="TextBox 6">
              <a:extLst>
                <a:ext uri="{FF2B5EF4-FFF2-40B4-BE49-F238E27FC236}">
                  <a16:creationId xmlns:a16="http://schemas.microsoft.com/office/drawing/2014/main" id="{A9B3CB02-3F9D-F808-9014-7911436D3BB4}"/>
                </a:ext>
              </a:extLst>
            </p:cNvPr>
            <p:cNvSpPr txBox="1"/>
            <p:nvPr/>
          </p:nvSpPr>
          <p:spPr>
            <a:xfrm>
              <a:off x="8362290" y="933748"/>
              <a:ext cx="5929446" cy="62837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0" rIns="0" bIns="0" rtlCol="0" anchor="t">
              <a:spAutoFit/>
            </a:bodyPr>
            <a:lstStyle/>
            <a:p>
              <a:pPr algn="r" rtl="1">
                <a:lnSpc>
                  <a:spcPts val="4900"/>
                </a:lnSpc>
              </a:pPr>
              <a:r>
                <a:rPr lang="ar-SA" sz="4000" b="1" dirty="0"/>
                <a:t>الوظيفة:</a:t>
              </a:r>
              <a:r>
                <a:rPr lang="ar-SA" sz="4000" dirty="0"/>
                <a:t> التحقق من الهوية باستخدام موجات الراديو</a:t>
              </a:r>
              <a:endParaRPr lang="ar-EG" sz="4000" b="1" dirty="0">
                <a:solidFill>
                  <a:srgbClr val="414042"/>
                </a:solidFill>
                <a:latin typeface="Vazir Medium"/>
                <a:ea typeface="Vazir Medium"/>
                <a:cs typeface="Vazir Medium"/>
                <a:sym typeface="Vazir Medium"/>
                <a:rtl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88895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رسم تخطيطي 10">
            <a:extLst>
              <a:ext uri="{FF2B5EF4-FFF2-40B4-BE49-F238E27FC236}">
                <a16:creationId xmlns:a16="http://schemas.microsoft.com/office/drawing/2014/main" id="{90B429EE-9F17-8DB5-D2B7-D629B86E6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20399859"/>
              </p:ext>
            </p:extLst>
          </p:nvPr>
        </p:nvGraphicFramePr>
        <p:xfrm>
          <a:off x="-1333500" y="1638300"/>
          <a:ext cx="18059400" cy="927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4" name="مخطط انسيابي: محطة طرفية 13">
            <a:extLst>
              <a:ext uri="{FF2B5EF4-FFF2-40B4-BE49-F238E27FC236}">
                <a16:creationId xmlns:a16="http://schemas.microsoft.com/office/drawing/2014/main" id="{49D5CB61-22C6-BF28-F843-F65D2810C4AC}"/>
              </a:ext>
            </a:extLst>
          </p:cNvPr>
          <p:cNvSpPr/>
          <p:nvPr/>
        </p:nvSpPr>
        <p:spPr>
          <a:xfrm>
            <a:off x="5486401" y="495300"/>
            <a:ext cx="7391400" cy="1447800"/>
          </a:xfrm>
          <a:prstGeom prst="flowChartTerminator">
            <a:avLst/>
          </a:prstGeo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ts val="8400"/>
              </a:lnSpc>
            </a:pPr>
            <a:r>
              <a:rPr lang="ar-SA" sz="6000" b="1" dirty="0">
                <a:solidFill>
                  <a:schemeClr val="tx1"/>
                </a:solidFill>
              </a:rPr>
              <a:t>الربط بين مكونات النظام</a:t>
            </a:r>
            <a:endParaRPr lang="ar-EG" sz="6000" b="1" dirty="0">
              <a:solidFill>
                <a:schemeClr val="tx1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</p:txBody>
      </p:sp>
      <p:sp>
        <p:nvSpPr>
          <p:cNvPr id="15" name="مخطط انسيابي: بيانات مخزّنة 14">
            <a:extLst>
              <a:ext uri="{FF2B5EF4-FFF2-40B4-BE49-F238E27FC236}">
                <a16:creationId xmlns:a16="http://schemas.microsoft.com/office/drawing/2014/main" id="{126EC073-9BFF-4A33-6DBD-C7341BC41263}"/>
              </a:ext>
            </a:extLst>
          </p:cNvPr>
          <p:cNvSpPr/>
          <p:nvPr/>
        </p:nvSpPr>
        <p:spPr>
          <a:xfrm>
            <a:off x="8763000" y="8839200"/>
            <a:ext cx="9220200" cy="1447800"/>
          </a:xfrm>
          <a:prstGeom prst="flowChartOnlineStorag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ar-SA" sz="4000" b="1" dirty="0">
                <a:solidFill>
                  <a:schemeClr val="tx1"/>
                </a:solidFill>
              </a:rPr>
              <a:t>يتم الربط وفق مخطط دارة يضمن سلامة الإشارات وتكامل النظام.</a:t>
            </a:r>
            <a:endParaRPr lang="ar-EG" sz="3600" b="1" dirty="0">
              <a:solidFill>
                <a:schemeClr val="tx1"/>
              </a:solidFill>
              <a:latin typeface="Vazir Medium"/>
              <a:ea typeface="Vazir Medium"/>
              <a:cs typeface="Vazir Medium"/>
              <a:sym typeface="Vazir Medium"/>
              <a:rtl/>
            </a:endParaRPr>
          </a:p>
          <a:p>
            <a:pPr algn="ctr"/>
            <a:endParaRPr lang="ar-SA" dirty="0">
              <a:solidFill>
                <a:schemeClr val="tx1"/>
              </a:solidFill>
            </a:endParaRPr>
          </a:p>
        </p:txBody>
      </p:sp>
      <p:sp>
        <p:nvSpPr>
          <p:cNvPr id="16" name="شكل بيضاوي 15">
            <a:extLst>
              <a:ext uri="{FF2B5EF4-FFF2-40B4-BE49-F238E27FC236}">
                <a16:creationId xmlns:a16="http://schemas.microsoft.com/office/drawing/2014/main" id="{A0DF0FD1-EB40-A86D-64C0-14F12AC45FAC}"/>
              </a:ext>
            </a:extLst>
          </p:cNvPr>
          <p:cNvSpPr/>
          <p:nvPr/>
        </p:nvSpPr>
        <p:spPr>
          <a:xfrm>
            <a:off x="16733921" y="9033711"/>
            <a:ext cx="1562100" cy="114300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S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1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رسم تخطيطي 6">
            <a:extLst>
              <a:ext uri="{FF2B5EF4-FFF2-40B4-BE49-F238E27FC236}">
                <a16:creationId xmlns:a16="http://schemas.microsoft.com/office/drawing/2014/main" id="{290D250C-720D-1B3D-1EC3-D15EC3F884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2359359"/>
              </p:ext>
            </p:extLst>
          </p:nvPr>
        </p:nvGraphicFramePr>
        <p:xfrm>
          <a:off x="5867400" y="647700"/>
          <a:ext cx="12192000" cy="9194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سهم: خماسي 8">
            <a:extLst>
              <a:ext uri="{FF2B5EF4-FFF2-40B4-BE49-F238E27FC236}">
                <a16:creationId xmlns:a16="http://schemas.microsoft.com/office/drawing/2014/main" id="{AB64DB7E-F36F-68A2-64B8-83955885981F}"/>
              </a:ext>
            </a:extLst>
          </p:cNvPr>
          <p:cNvSpPr/>
          <p:nvPr/>
        </p:nvSpPr>
        <p:spPr>
          <a:xfrm>
            <a:off x="228600" y="3619500"/>
            <a:ext cx="6172200" cy="3581400"/>
          </a:xfrm>
          <a:prstGeom prst="homePlate">
            <a:avLst>
              <a:gd name="adj" fmla="val 5053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1" anchor="ctr"/>
          <a:lstStyle/>
          <a:p>
            <a:pPr algn="ctr" rtl="1">
              <a:lnSpc>
                <a:spcPct val="150000"/>
              </a:lnSpc>
            </a:pPr>
            <a:r>
              <a:rPr lang="ar-SA" sz="5400" b="1" dirty="0">
                <a:solidFill>
                  <a:schemeClr val="tx1"/>
                </a:solidFill>
              </a:rPr>
              <a:t>خطوات تجميع </a:t>
            </a:r>
          </a:p>
          <a:p>
            <a:pPr algn="ctr" rtl="1">
              <a:lnSpc>
                <a:spcPct val="150000"/>
              </a:lnSpc>
            </a:pPr>
            <a:r>
              <a:rPr lang="ar-SA" sz="5400" b="1" dirty="0">
                <a:solidFill>
                  <a:schemeClr val="tx1"/>
                </a:solidFill>
              </a:rPr>
              <a:t>وتنفيذ المشروع</a:t>
            </a:r>
            <a:endParaRPr lang="ar-EG" sz="5400" b="1" dirty="0">
              <a:solidFill>
                <a:schemeClr val="tx1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  <a:p>
            <a:pPr algn="ctr">
              <a:lnSpc>
                <a:spcPct val="150000"/>
              </a:lnSpc>
            </a:pPr>
            <a:endParaRPr lang="ar-SA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09A95-F1C6-16D8-C007-C97FE3EAA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F4D4136-4991-E4FD-2121-E49560E905DD}"/>
              </a:ext>
            </a:extLst>
          </p:cNvPr>
          <p:cNvSpPr txBox="1"/>
          <p:nvPr/>
        </p:nvSpPr>
        <p:spPr>
          <a:xfrm>
            <a:off x="6134363" y="952500"/>
            <a:ext cx="5753100" cy="10849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 rtl="1">
              <a:lnSpc>
                <a:spcPts val="8400"/>
              </a:lnSpc>
            </a:pPr>
            <a:r>
              <a:rPr lang="ar-SA" sz="7200" dirty="0"/>
              <a:t>نتائج المشروع</a:t>
            </a:r>
            <a:endParaRPr lang="ar-EG" sz="7000" b="1" dirty="0">
              <a:solidFill>
                <a:srgbClr val="222A9B"/>
              </a:solidFill>
              <a:latin typeface="Vazir Bold"/>
              <a:ea typeface="Vazir Bold"/>
              <a:cs typeface="Vazir Bold"/>
              <a:sym typeface="Vazir Bold"/>
              <a:rtl/>
            </a:endParaRPr>
          </a:p>
        </p:txBody>
      </p:sp>
      <p:graphicFrame>
        <p:nvGraphicFramePr>
          <p:cNvPr id="2" name="رسم تخطيطي 1">
            <a:extLst>
              <a:ext uri="{FF2B5EF4-FFF2-40B4-BE49-F238E27FC236}">
                <a16:creationId xmlns:a16="http://schemas.microsoft.com/office/drawing/2014/main" id="{26D3DA6A-DF26-74CD-B282-1E8D4A141E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0680984"/>
              </p:ext>
            </p:extLst>
          </p:nvPr>
        </p:nvGraphicFramePr>
        <p:xfrm>
          <a:off x="685800" y="3619500"/>
          <a:ext cx="17133986" cy="48794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51963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رسم تخطيطي 5">
            <a:extLst>
              <a:ext uri="{FF2B5EF4-FFF2-40B4-BE49-F238E27FC236}">
                <a16:creationId xmlns:a16="http://schemas.microsoft.com/office/drawing/2014/main" id="{B92FDFE2-04B5-DA95-255E-8028C33D41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6625051"/>
              </p:ext>
            </p:extLst>
          </p:nvPr>
        </p:nvGraphicFramePr>
        <p:xfrm>
          <a:off x="419100" y="203200"/>
          <a:ext cx="17449800" cy="988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26466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DF21A-88FC-D0CA-6C62-592ACECCE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مجموعة 7">
            <a:extLst>
              <a:ext uri="{FF2B5EF4-FFF2-40B4-BE49-F238E27FC236}">
                <a16:creationId xmlns:a16="http://schemas.microsoft.com/office/drawing/2014/main" id="{B593EF05-9CAE-B4CC-74AC-CB207D7CC35F}"/>
              </a:ext>
            </a:extLst>
          </p:cNvPr>
          <p:cNvGrpSpPr/>
          <p:nvPr/>
        </p:nvGrpSpPr>
        <p:grpSpPr>
          <a:xfrm>
            <a:off x="304800" y="3238500"/>
            <a:ext cx="17285368" cy="5665537"/>
            <a:chOff x="304800" y="3238500"/>
            <a:chExt cx="17285368" cy="5665537"/>
          </a:xfrm>
        </p:grpSpPr>
        <p:graphicFrame>
          <p:nvGraphicFramePr>
            <p:cNvPr id="7" name="رسم تخطيطي 6">
              <a:extLst>
                <a:ext uri="{FF2B5EF4-FFF2-40B4-BE49-F238E27FC236}">
                  <a16:creationId xmlns:a16="http://schemas.microsoft.com/office/drawing/2014/main" id="{685B16DA-3131-5F67-08E0-EAF9BB516CE8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766626753"/>
                </p:ext>
              </p:extLst>
            </p:nvPr>
          </p:nvGraphicFramePr>
          <p:xfrm>
            <a:off x="304800" y="3238500"/>
            <a:ext cx="17285368" cy="566553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5" name="TextBox 15">
              <a:extLst>
                <a:ext uri="{FF2B5EF4-FFF2-40B4-BE49-F238E27FC236}">
                  <a16:creationId xmlns:a16="http://schemas.microsoft.com/office/drawing/2014/main" id="{52D25D22-FD19-BA98-893F-60E32B8D1947}"/>
                </a:ext>
              </a:extLst>
            </p:cNvPr>
            <p:cNvSpPr txBox="1"/>
            <p:nvPr/>
          </p:nvSpPr>
          <p:spPr>
            <a:xfrm>
              <a:off x="533400" y="5655769"/>
              <a:ext cx="2514600" cy="11079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 rtl="1"/>
              <a:r>
                <a:rPr lang="ar-SA" sz="7200" b="1" dirty="0"/>
                <a:t>الخاتمة</a:t>
              </a:r>
              <a:endParaRPr lang="ar-SA" sz="5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9401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864</TotalTime>
  <Words>720</Words>
  <Application>Microsoft Office PowerPoint</Application>
  <PresentationFormat>مخصص</PresentationFormat>
  <Paragraphs>145</Paragraphs>
  <Slides>18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3" baseType="lpstr">
      <vt:lpstr>Vazir Medium</vt:lpstr>
      <vt:lpstr>Vazir Bold</vt:lpstr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تكنولوجيا التكنولوجيا في حياة المستهلكين نماذج وعناصر متناظرة أزرق</dc:title>
  <cp:lastModifiedBy>Eshak</cp:lastModifiedBy>
  <cp:revision>21</cp:revision>
  <dcterms:created xsi:type="dcterms:W3CDTF">2006-08-16T00:00:00Z</dcterms:created>
  <dcterms:modified xsi:type="dcterms:W3CDTF">2025-12-29T20:25:21Z</dcterms:modified>
  <dc:identifier>DAG0G3NtAMs</dc:identifier>
</cp:coreProperties>
</file>